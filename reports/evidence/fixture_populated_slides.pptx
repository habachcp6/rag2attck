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79fc8a502b4f2b" /><Relationship Type="http://schemas.openxmlformats.org/officeDocument/2006/relationships/extended-properties" Target="/docProps/app.xml" Id="R28652786e9cb44ed" /><Relationship Type="http://schemas.openxmlformats.org/officeDocument/2006/relationships/officeDocument" Target="/ppt/presentation.xml" Id="R5aec40bf751b4a42" /></Relationships>
</file>

<file path=ppt/presentation.xml><?xml version="1.0" encoding="utf-8"?>
<p:presentation xmlns:p="http://schemas.openxmlformats.org/presentationml/2006/main">
  <p:sldMasterIdLst>
    <p:sldMasterId xmlns:r="http://schemas.openxmlformats.org/officeDocument/2006/relationships" id="2147483648" r:id="R60c301539b9a42b2"/>
  </p:sldMasterIdLst>
  <p:notesMasterIdLst>
    <p:notesMasterId xmlns:r="http://schemas.openxmlformats.org/officeDocument/2006/relationships" r:id="R41d0ef69073e4774"/>
  </p:notesMasterIdLst>
  <p:sldIdLst>
    <p:sldId xmlns:r="http://schemas.openxmlformats.org/officeDocument/2006/relationships" id="256" r:id="R98004795aac947c4"/>
    <p:sldId xmlns:r="http://schemas.openxmlformats.org/officeDocument/2006/relationships" id="257" r:id="R796c744cf7954b3f"/>
    <p:sldId xmlns:r="http://schemas.openxmlformats.org/officeDocument/2006/relationships" id="258" r:id="R865353c44c4b43d0"/>
    <p:sldId xmlns:r="http://schemas.openxmlformats.org/officeDocument/2006/relationships" id="259" r:id="R326b732faba1456d"/>
    <p:sldId xmlns:r="http://schemas.openxmlformats.org/officeDocument/2006/relationships" id="260" r:id="Ree96208da5df48e8"/>
    <p:sldId xmlns:r="http://schemas.openxmlformats.org/officeDocument/2006/relationships" id="261" r:id="Rf57e9d09a8d94d17"/>
    <p:sldId xmlns:r="http://schemas.openxmlformats.org/officeDocument/2006/relationships" id="262" r:id="Rc252fb27690e4b69"/>
    <p:sldId xmlns:r="http://schemas.openxmlformats.org/officeDocument/2006/relationships" id="263" r:id="R2d64358f688d4fa6"/>
    <p:sldId xmlns:r="http://schemas.openxmlformats.org/officeDocument/2006/relationships" id="264" r:id="Ree75c31ff95e4c02"/>
    <p:sldId xmlns:r="http://schemas.openxmlformats.org/officeDocument/2006/relationships" id="265" r:id="R44eeafb0679146a1"/>
    <p:sldId xmlns:r="http://schemas.openxmlformats.org/officeDocument/2006/relationships" id="266" r:id="Ra432547eaafe4b00"/>
    <p:sldId xmlns:r="http://schemas.openxmlformats.org/officeDocument/2006/relationships" id="267" r:id="Rb3ed13219605450c"/>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af9a34efc364c8f" /><Relationship Type="http://schemas.openxmlformats.org/officeDocument/2006/relationships/slideMaster" Target="/ppt/slideMasters/slideMaster1.xml" Id="R60c301539b9a42b2" /><Relationship Type="http://schemas.openxmlformats.org/officeDocument/2006/relationships/notesMaster" Target="/ppt/notesMasters/notesMaster1.xml" Id="R41d0ef69073e4774" /><Relationship Type="http://schemas.openxmlformats.org/officeDocument/2006/relationships/presProps" Target="/ppt/presProps.xml" Id="Rb45dcbf5cd0444ad" /><Relationship Type="http://schemas.openxmlformats.org/officeDocument/2006/relationships/viewProps" Target="/ppt/viewProps.xml" Id="Rad16142ec76f4b0e" /><Relationship Type="http://schemas.openxmlformats.org/officeDocument/2006/relationships/tableStyles" Target="/ppt/tableStyles.xml" Id="Rfe1cbb67c2bf4dbc" /><Relationship Type="http://schemas.openxmlformats.org/officeDocument/2006/relationships/slide" Target="/ppt/slides/slide1.xml" Id="R98004795aac947c4" /><Relationship Type="http://schemas.openxmlformats.org/officeDocument/2006/relationships/slide" Target="/ppt/slides/slide2.xml" Id="R796c744cf7954b3f" /><Relationship Type="http://schemas.openxmlformats.org/officeDocument/2006/relationships/slide" Target="/ppt/slides/slide3.xml" Id="R865353c44c4b43d0" /><Relationship Type="http://schemas.openxmlformats.org/officeDocument/2006/relationships/slide" Target="/ppt/slides/slide4.xml" Id="R326b732faba1456d" /><Relationship Type="http://schemas.openxmlformats.org/officeDocument/2006/relationships/slide" Target="/ppt/slides/slide5.xml" Id="Ree96208da5df48e8" /><Relationship Type="http://schemas.openxmlformats.org/officeDocument/2006/relationships/slide" Target="/ppt/slides/slide6.xml" Id="Rf57e9d09a8d94d17" /><Relationship Type="http://schemas.openxmlformats.org/officeDocument/2006/relationships/slide" Target="/ppt/slides/slide7.xml" Id="Rc252fb27690e4b69" /><Relationship Type="http://schemas.openxmlformats.org/officeDocument/2006/relationships/slide" Target="/ppt/slides/slide8.xml" Id="R2d64358f688d4fa6" /><Relationship Type="http://schemas.openxmlformats.org/officeDocument/2006/relationships/slide" Target="/ppt/slides/slide9.xml" Id="Ree75c31ff95e4c02" /><Relationship Type="http://schemas.openxmlformats.org/officeDocument/2006/relationships/slide" Target="/ppt/slides/slide10.xml" Id="R44eeafb0679146a1" /><Relationship Type="http://schemas.openxmlformats.org/officeDocument/2006/relationships/slide" Target="/ppt/slides/slide11.xml" Id="Ra432547eaafe4b00" /><Relationship Type="http://schemas.openxmlformats.org/officeDocument/2006/relationships/slide" Target="/ppt/slides/slide12.xml" Id="Rb3ed1321960545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4843946516f48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e71572a54942b7" /><Relationship Type="http://schemas.openxmlformats.org/officeDocument/2006/relationships/notesMaster" Target="/ppt/notesMasters/notesMaster1.xml" Id="Ra0f644faba0d46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b5aebbf08545c2" /><Relationship Type="http://schemas.openxmlformats.org/officeDocument/2006/relationships/notesMaster" Target="/ppt/notesMasters/notesMaster1.xml" Id="Rcbe3e5cc149b4a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6df7bb52de4225" /><Relationship Type="http://schemas.openxmlformats.org/officeDocument/2006/relationships/notesMaster" Target="/ppt/notesMasters/notesMaster1.xml" Id="R5c08abb225664a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7f2dbc15e64dd2" /><Relationship Type="http://schemas.openxmlformats.org/officeDocument/2006/relationships/notesMaster" Target="/ppt/notesMasters/notesMaster1.xml" Id="R389fd8c56f7a457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5f1ac5f8ed4ca7" /><Relationship Type="http://schemas.openxmlformats.org/officeDocument/2006/relationships/notesMaster" Target="/ppt/notesMasters/notesMaster1.xml" Id="R756984f8011644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8b24a1ca744bc6" /><Relationship Type="http://schemas.openxmlformats.org/officeDocument/2006/relationships/notesMaster" Target="/ppt/notesMasters/notesMaster1.xml" Id="R96029ffc69564f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af3bfbcbaf44dc" /><Relationship Type="http://schemas.openxmlformats.org/officeDocument/2006/relationships/notesMaster" Target="/ppt/notesMasters/notesMaster1.xml" Id="R2b01c80d27cb49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2ae808f36845ab" /><Relationship Type="http://schemas.openxmlformats.org/officeDocument/2006/relationships/notesMaster" Target="/ppt/notesMasters/notesMaster1.xml" Id="R0490b623d8bf4e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e29c10954c4810" /><Relationship Type="http://schemas.openxmlformats.org/officeDocument/2006/relationships/notesMaster" Target="/ppt/notesMasters/notesMaster1.xml" Id="R8c1b485173d044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9355919fd14791" /><Relationship Type="http://schemas.openxmlformats.org/officeDocument/2006/relationships/notesMaster" Target="/ppt/notesMasters/notesMaster1.xml" Id="R51c4f35a9186420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c40501eb1e4322" /><Relationship Type="http://schemas.openxmlformats.org/officeDocument/2006/relationships/notesMaster" Target="/ppt/notesMasters/notesMaster1.xml" Id="Rd48386c9468f41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4d6ec924bd4705" /><Relationship Type="http://schemas.openxmlformats.org/officeDocument/2006/relationships/notesMaster" Target="/ppt/notesMasters/notesMaster1.xml" Id="R3d8b0f3f914641d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a:p xmlns:a="http://schemas.openxmlformats.org/drawingml/2006/main">
            <a:r>
              <a:t>[DIAGNOSTIC TEST FIXTURE STATS] Khoảng tin cậy 95% Bootstrap (B=1000): no_rag=[0.3500, 0.6500], rag_k1=[0.3500, 0.6500], rag_k3=[0.3500, 0.6500], rag_k5=[0.3500, 0.6500], rag_k10=[0.3500, 0.6500]. Đo lường phân rã lỗi D2i độc lập: Wrong Class Rate=0.3333, Overlaps (Miss &amp; Wrong=0, Miss &amp; Prov=0, Miss &amp; Parse=0, Miss &amp; Inval=0).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(hạch toán điều kiện chuẩn $8.50 USD (dự báo 6,400 requests) [DIAGNOSTIC FIXTURE PROJECTION]),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7c4de3a98a4c5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e8ffe63e7b4b1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8648695e1b4e1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c7d3f9a0f94d6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43d52ae361e4cc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0af85b1afc6489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fa270c0af0d4ed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5ff6fb76a02469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df2d3e77c7d4b5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f308557f1d5414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e0ded7f99644592"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BAC8A54-B266-4D17-B129-B12B2DC685F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5BAC9853-E2B4-4A65-96D9-CB1B30CD551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B713E41-5C03-487B-A36B-7E738F67FFF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D56411F-464C-4A27-B44E-57510F1D94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E7FBB38-8B50-4E45-8402-A4581710967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81170BB-0575-43B6-8E1B-95A4BFFE9DC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A21F695-A5C2-46B3-AB1C-E591B265874C}"/>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D3B1133-D944-4C40-AF40-B059B137265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606A1EE-0BFE-48EC-A111-1BFF2C8D25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02DA326-B2E1-4431-920C-08D6C4EBED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9CFD0B2-A649-49F6-8048-242CD78F9777}"/>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3B22DBF-F101-4E2F-93B5-E91A733801F9}"/>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D4878441-47FA-4FEE-9975-672CCA9A95E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F450166-AEA2-4F18-941E-58CA66130E3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538A868-EA90-4922-A9D3-71DF07AE4C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E8653D-9BAC-4622-8CCF-8AFA7A2959A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F9973C5-4385-4CDF-8211-C77C354C18F9}"/>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93B7F301-935E-40A7-9317-761311BB5A11}"/>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F2BB5FFD-38A0-4834-8F1A-00C870DD16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39F74C9-51A7-4154-B175-161E153BBAC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B7A9FD89-F49C-49B2-90A4-776354E67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9215FEE-3B65-4DDE-98DE-BF9ECA397BA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EA09410-B06B-4CAC-BB24-50A5854337E8}"/>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2C97FE0-A601-4C7D-A49C-8B374E1FB0F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B32F6D0-931F-4E45-9401-AE6135FF6948}"/>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F9AFD3E6-1537-42C1-A7F7-9CEF40A0DB56}"/>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38B2A55A-68E5-4F0A-B3B5-5E14C5E1F52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9B43BA4C-0914-4C84-92F4-5639CE492B9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F04DEFA-6CBF-4778-9E2F-BADE740B46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244820-F515-4780-B2E5-6599333C96D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FC649291-0549-4F07-8836-6ECFEEFB65A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DA56C1C7-1532-46C7-931B-835C98D08C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27B0A53F-8710-4725-9F36-20013F137C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53301758-B3F3-41BD-8B6E-EC6E3B5846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70084350-56C8-4972-8F2C-0CD942ADC5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5B6A157-098F-4699-8E80-7D9AABEF7E0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FDECB48-0595-4060-90D3-2CB747F217B7}"/>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417D2CD-E974-4389-94F7-80CFFABF357D}"/>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ADF67FA1-1DF0-45D7-B9AC-22393384276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48FB56E-C236-43EF-80D6-FF5D3A901D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BC9ABBC-09DC-4477-B65C-81AB5859B79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C6863BD-210B-4ADC-977D-5C70B942C2E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219E51D-2723-4164-B1B3-823F69CFAF9F}"/>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B6193585-59E3-4A15-BA01-BDE858E515F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057DB795-2A23-4F3F-86F9-3613853D9D96}"/>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19C62065-1C43-4191-AC50-D649FFAFCBE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15BD775-C557-4BA5-8CDC-D92E57FB4F3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BA0BD94-86AE-4AB8-94DF-E3F0EEC9191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29F0096-FAFC-4AE7-B5A6-F79B4B878DD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E27CFA59-85FB-400B-9BC9-B352CDF272B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3977CB8-3260-4933-BF8F-8948188159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AEC9E11-7F05-4048-AE00-C82D7829065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6AB11B5-6FE4-4867-9235-117D465492D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0B895C4-8AB8-4056-838F-48DB4F529F2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1EECE6D-DD09-4B7F-B9ED-937341AE28C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B848512-2E89-42E0-A23B-A1D3FF40670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0F09F37-1999-4FB2-AA68-3933D34D435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1EA2F62-E160-4D15-9B14-4272380F4E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36185fdd974000" /><Relationship Type="http://schemas.openxmlformats.org/officeDocument/2006/relationships/slideLayout" Target="/ppt/slideLayouts/slideLayout1.xml" Id="R8a3fe748668f45e0" /><Relationship Type="http://schemas.openxmlformats.org/officeDocument/2006/relationships/slideLayout" Target="/ppt/slideLayouts/slideLayout2.xml" Id="Rdd1672e2a7c94a73" /><Relationship Type="http://schemas.openxmlformats.org/officeDocument/2006/relationships/slideLayout" Target="/ppt/slideLayouts/slideLayout3.xml" Id="R44f2659525114f80" /><Relationship Type="http://schemas.openxmlformats.org/officeDocument/2006/relationships/slideLayout" Target="/ppt/slideLayouts/slideLayout4.xml" Id="R8f129a0444384bf4" /><Relationship Type="http://schemas.openxmlformats.org/officeDocument/2006/relationships/slideLayout" Target="/ppt/slideLayouts/slideLayout5.xml" Id="Rc6c319565f774c91" /><Relationship Type="http://schemas.openxmlformats.org/officeDocument/2006/relationships/slideLayout" Target="/ppt/slideLayouts/slideLayout6.xml" Id="Rb58c46b473f34899" /><Relationship Type="http://schemas.openxmlformats.org/officeDocument/2006/relationships/slideLayout" Target="/ppt/slideLayouts/slideLayout7.xml" Id="R9d060971a08041d0" /><Relationship Type="http://schemas.openxmlformats.org/officeDocument/2006/relationships/slideLayout" Target="/ppt/slideLayouts/slideLayout8.xml" Id="Rce56c2766efb40d1" /><Relationship Type="http://schemas.openxmlformats.org/officeDocument/2006/relationships/slideLayout" Target="/ppt/slideLayouts/slideLayout9.xml" Id="R223ca179b29343ee" /><Relationship Type="http://schemas.openxmlformats.org/officeDocument/2006/relationships/slideLayout" Target="/ppt/slideLayouts/slideLayout10.xml" Id="R37e1c1132b5d4f9c" /><Relationship Type="http://schemas.openxmlformats.org/officeDocument/2006/relationships/slideLayout" Target="/ppt/slideLayouts/slideLayout11.xml" Id="Rb275675fff9041e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4FF464DB-952E-449E-88B2-E2142212BC6C}"/>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2A0AF7A-DDBC-419C-B580-EBD37EFA5B63}"/>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B610E12F-7BCC-4A3F-B4CF-AFA19702060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AF9235F-B71D-4BBE-A5A3-B0C41A00DA36}"/>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97BA0E8-A30E-46FD-99B5-84E94A04F82A}"/>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3fe748668f45e0"/>
    <p:sldLayoutId xmlns:r="http://schemas.openxmlformats.org/officeDocument/2006/relationships" id="2147483650" r:id="Rdd1672e2a7c94a73"/>
    <p:sldLayoutId xmlns:r="http://schemas.openxmlformats.org/officeDocument/2006/relationships" id="2147483651" r:id="R44f2659525114f80"/>
    <p:sldLayoutId xmlns:r="http://schemas.openxmlformats.org/officeDocument/2006/relationships" id="2147483652" r:id="R8f129a0444384bf4"/>
    <p:sldLayoutId xmlns:r="http://schemas.openxmlformats.org/officeDocument/2006/relationships" id="2147483653" r:id="Rc6c319565f774c91"/>
    <p:sldLayoutId xmlns:r="http://schemas.openxmlformats.org/officeDocument/2006/relationships" id="2147483654" r:id="Rb58c46b473f34899"/>
    <p:sldLayoutId xmlns:r="http://schemas.openxmlformats.org/officeDocument/2006/relationships" id="2147483655" r:id="R9d060971a08041d0"/>
    <p:sldLayoutId xmlns:r="http://schemas.openxmlformats.org/officeDocument/2006/relationships" id="2147483656" r:id="Rce56c2766efb40d1"/>
    <p:sldLayoutId xmlns:r="http://schemas.openxmlformats.org/officeDocument/2006/relationships" id="2147483657" r:id="R223ca179b29343ee"/>
    <p:sldLayoutId xmlns:r="http://schemas.openxmlformats.org/officeDocument/2006/relationships" id="2147483658" r:id="R37e1c1132b5d4f9c"/>
    <p:sldLayoutId xmlns:r="http://schemas.openxmlformats.org/officeDocument/2006/relationships" id="2147483659" r:id="Rb275675fff9041eb"/>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30ba318c4db476c" /><Relationship Type="http://schemas.openxmlformats.org/officeDocument/2006/relationships/notesSlide" Target="/ppt/notesSlides/notesSlide1.xml" Id="Rd5f81b948b9c44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655c582a78d40e3" /><Relationship Type="http://schemas.openxmlformats.org/officeDocument/2006/relationships/notesSlide" Target="/ppt/notesSlides/notesSlide2.xml" Id="Rbd121cdbac854de5"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7318c025a42407c" /><Relationship Type="http://schemas.openxmlformats.org/officeDocument/2006/relationships/notesSlide" Target="/ppt/notesSlides/notesSlide3.xml" Id="R3b4d20e5c08247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185ba59689264eb2" /><Relationship Type="http://schemas.openxmlformats.org/officeDocument/2006/relationships/notesSlide" Target="/ppt/notesSlides/notesSlide4.xml" Id="R63c7f0b77eaf4303"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317a46f5f42046ea" /><Relationship Type="http://schemas.openxmlformats.org/officeDocument/2006/relationships/notesSlide" Target="/ppt/notesSlides/notesSlide5.xml" Id="R4926784188cb48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a8b8b82c8024a68" /><Relationship Type="http://schemas.openxmlformats.org/officeDocument/2006/relationships/image" Target="/ppt/media/image.png" Id="R5276bb3c00234c9f" /><Relationship Type="http://schemas.openxmlformats.org/officeDocument/2006/relationships/notesSlide" Target="/ppt/notesSlides/notesSlide6.xml" Id="R35f9c39ffebb40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01e584f126404d96" /><Relationship Type="http://schemas.openxmlformats.org/officeDocument/2006/relationships/notesSlide" Target="/ppt/notesSlides/notesSlide7.xml" Id="R355619560a774c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3bd17e7c49f44a42" /><Relationship Type="http://schemas.openxmlformats.org/officeDocument/2006/relationships/notesSlide" Target="/ppt/notesSlides/notesSlide8.xml" Id="R241a0656755b4a67"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4b2610181e154d77" /><Relationship Type="http://schemas.openxmlformats.org/officeDocument/2006/relationships/image" Target="/ppt/media/image2.png" Id="R1159e80b8d3942b7" /><Relationship Type="http://schemas.openxmlformats.org/officeDocument/2006/relationships/notesSlide" Target="/ppt/notesSlides/notesSlide9.xml" Id="Ra9710eef08754c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321ea3154f98415b" /><Relationship Type="http://schemas.openxmlformats.org/officeDocument/2006/relationships/notesSlide" Target="/ppt/notesSlides/notesSlide10.xml" Id="R83f033becc714e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148009b5d2b247c7" /><Relationship Type="http://schemas.openxmlformats.org/officeDocument/2006/relationships/notesSlide" Target="/ppt/notesSlides/notesSlide11.xml" Id="R451cd80ec5eb4a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a3698bdedfda40c3" /><Relationship Type="http://schemas.openxmlformats.org/officeDocument/2006/relationships/notesSlide" Target="/ppt/notesSlides/notesSlide12.xml" Id="R0a1eafa82afd4ab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0E82EF4-11BD-4C2F-A9D5-22B7215B131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C246537-7B3B-43B0-8AA4-3107D562283A}"/>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C9D53492-9D92-4F18-8103-B68037143923}"/>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67062818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9CF8452-4422-49A8-995B-E3F30642133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12A3003-3F52-46CB-BE77-962829D83F6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5F20F26-2CBE-427A-AFC2-9DE5898D4F0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8C77087-993A-4B44-8BF0-14CC7B336E5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59B2DDEF-578E-4B2D-8083-5EF4277B7B94}"/>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B14F8C9-F211-454C-8B51-40677A3D0D68}"/>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0BAE500D-5308-48BD-9308-C139DDE386B1}"/>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6C9ECAC-EE7B-4E58-BA98-3AA9A7F6D2E3}"/>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D2DBDE6C-A7C8-4A62-997F-201D1F8E09FA}"/>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8724AA3F-7D53-471C-8D7D-90524A234222}"/>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10407439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ACE1302-ECF9-491F-A316-4571409E9C5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A4CAC5B-AA00-4700-A62D-16F15FF3B2F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BAD3718-2449-4374-B074-153198158ABE}"/>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2DCAF6D-49D8-428C-9A93-125E569E703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C483A55D-855A-470F-B581-69C6D8020981}"/>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2FCFF1B-42A8-4A2E-96DF-10B1A72E1022}"/>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54481AE8-ADE1-44F4-827F-95AC688B93DA}"/>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418C3BA-840C-4F1C-B5AA-A86E6A1AB24B}"/>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C85F79E8-152E-4C5E-AAB7-7246022084BC}"/>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AC9373F5-6A7A-4643-9BFC-6AB0E2305F59}"/>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8782621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732BCB8-D83B-4F3A-AE70-4AA503F33DF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5F90981-D01C-4017-BC8A-D6C92F97636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DDAC109-66E3-4D96-9A88-43705A61488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1BCC5A3-9BCC-4E5C-8996-B8C0CA22893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AD9F52A5-37FC-4EB1-8A1E-5A03DF4F666D}"/>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D8B8EC28-61B9-4C30-9BE6-8A45705F864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AA3DD4C4-A085-4B30-9D87-D0C4747AB7D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5061F46-6B97-478A-B2FB-BA4F31AB334C}"/>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20462283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69C03A0-6F9C-48C4-9346-D25A2709946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9497C8A-E763-4EAB-A960-25A4D8C3630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57570CA0-2027-4383-9241-7DE9B63B4C7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7EE01C6-B239-4D46-9C9D-5358EB7DAC6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7AEC23A6-E0E0-4083-AACF-F26748873143}"/>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E3C6C5C-A24F-4FB3-A763-C9A9C6C624BC}"/>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35406027-2F78-4AC4-B0C6-B1A92B2A0C5A}"/>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0C172F9-4E84-41E0-9282-2F72380241B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161608394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B6C215E-4933-49BB-BA5E-6FC3CF767DC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E3F4EED-BF24-4DA2-BE66-CB25C6DB067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9EF0CB2-87EF-434E-B48A-5EC5807CB76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33CBB98-25E2-4DDE-A463-C98919D1843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5394D970-50B3-4579-9208-017EAF26AC1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F673A2F-5D7C-46F4-A3AC-76FD0CBE17A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Số Liệu Chẩn Đoán Cốt Lõi (T20 Overall)</a:t>
            </a:r>
          </a:p>
          <a:p xmlns:a="http://schemas.openxmlformats.org/drawingml/2006/main">
            <a:pPr>
              <a:spcBef>
                <a:spcPts val="300"/>
              </a:spcBef>
              <a:buNone/>
              <a:defRPr sz="1150">
                <a:solidFill>
                  <a:srgbClr val="0F172A"/>
                </a:solidFill>
                <a:latin typeface="Calibri"/>
                <a:ea typeface="Calibri"/>
                <a:cs typeface="Calibri"/>
              </a:defRPr>
            </a:pPr>
            <a:r>
              <a:t>•  Số mẫu dương tính đánh giá: 756 / 1,340 views.</a:t>
            </a:r>
          </a:p>
          <a:p xmlns:a="http://schemas.openxmlformats.org/drawingml/2006/main">
            <a:pPr>
              <a:spcBef>
                <a:spcPts val="300"/>
              </a:spcBef>
              <a:buNone/>
              <a:defRPr sz="1150">
                <a:solidFill>
                  <a:srgbClr val="0F172A"/>
                </a:solidFill>
                <a:latin typeface="Calibri"/>
                <a:ea typeface="Calibri"/>
                <a:cs typeface="Calibri"/>
              </a:defRPr>
            </a:pPr>
            <a:r>
              <a:t>•  Tỷ lệ tìm trúng theo độ sâu k (Hit@k):</a:t>
            </a:r>
          </a:p>
          <a:p xmlns:a="http://schemas.openxmlformats.org/drawingml/2006/main">
            <a:pPr>
              <a:spcBef>
                <a:spcPts val="300"/>
              </a:spcBef>
              <a:buNone/>
              <a:defRPr sz="1150">
                <a:solidFill>
                  <a:srgbClr val="0F172A"/>
                </a:solidFill>
                <a:latin typeface="Calibri"/>
                <a:ea typeface="Calibri"/>
                <a:cs typeface="Calibri"/>
              </a:defRPr>
            </a:pPr>
            <a:r>
              <a:t>  • Hit@1:   4.23% (32 / 756)</a:t>
            </a:r>
          </a:p>
          <a:p xmlns:a="http://schemas.openxmlformats.org/drawingml/2006/main">
            <a:pPr>
              <a:spcBef>
                <a:spcPts val="300"/>
              </a:spcBef>
              <a:buNone/>
              <a:defRPr sz="1150">
                <a:solidFill>
                  <a:srgbClr val="0F172A"/>
                </a:solidFill>
                <a:latin typeface="Calibri"/>
                <a:ea typeface="Calibri"/>
                <a:cs typeface="Calibri"/>
              </a:defRPr>
            </a:pPr>
            <a:r>
              <a:t>  • Hit@3:  16.80% (127 / 756)</a:t>
            </a:r>
          </a:p>
          <a:p xmlns:a="http://schemas.openxmlformats.org/drawingml/2006/main">
            <a:pPr>
              <a:spcBef>
                <a:spcPts val="300"/>
              </a:spcBef>
              <a:buNone/>
              <a:defRPr sz="1150">
                <a:solidFill>
                  <a:srgbClr val="0F172A"/>
                </a:solidFill>
                <a:latin typeface="Calibri"/>
                <a:ea typeface="Calibri"/>
                <a:cs typeface="Calibri"/>
              </a:defRPr>
            </a:pPr>
            <a:r>
              <a:t>  • Hit@5:  24.21% (183 / 756)</a:t>
            </a:r>
          </a:p>
          <a:p xmlns:a="http://schemas.openxmlformats.org/drawingml/2006/main">
            <a:pPr>
              <a:spcBef>
                <a:spcPts val="300"/>
              </a:spcBef>
              <a:buNone/>
              <a:defRPr sz="1150">
                <a:solidFill>
                  <a:srgbClr val="0F172A"/>
                </a:solidFill>
                <a:latin typeface="Calibri"/>
                <a:ea typeface="Calibri"/>
                <a:cs typeface="Calibri"/>
              </a:defRPr>
            </a:pPr>
            <a:r>
              <a:t>  • Hit@10: 45.11% (341 / 756) -&gt; [Diagnostic Fixture: Hit@10 = 0.8333]</a:t>
            </a:r>
          </a:p>
          <a:p xmlns:a="http://schemas.openxmlformats.org/drawingml/2006/main">
            <a:pPr>
              <a:spcBef>
                <a:spcPts val="300"/>
              </a:spcBef>
              <a:buNone/>
              <a:defRPr sz="1150">
                <a:solidFill>
                  <a:srgbClr val="0F172A"/>
                </a:solidFill>
                <a:latin typeface="Calibri"/>
                <a:ea typeface="Calibri"/>
                <a:cs typeface="Calibri"/>
              </a:defRPr>
            </a:pPr>
            <a:r>
              <a:t>•  Tỷ lệ vắng mặt trong Top-10 (Retrieval Failure): 54.89% (415 / 756) -&gt; [Fixture Miss Rate: 0.1667]</a:t>
            </a:r>
          </a:p>
          <a:p xmlns:a="http://schemas.openxmlformats.org/drawingml/2006/main">
            <a:pPr>
              <a:spcBef>
                <a:spcPts val="300"/>
              </a:spcBef>
              <a:buNone/>
              <a:defRPr sz="1150">
                <a:solidFill>
                  <a:srgbClr val="0F172A"/>
                </a:solidFill>
                <a:latin typeface="Calibri"/>
                <a:ea typeface="Calibri"/>
                <a:cs typeface="Calibri"/>
              </a:defRPr>
            </a:pPr>
            <a:r>
              <a:t>•  Macro Recall@10: 43.14% [Fixture Macro Recall@10: 0.8333]  |  Mean Rank khi trúng: 5.21.</a:t>
            </a:r>
          </a:p>
          <a:p xmlns:a="http://schemas.openxmlformats.org/drawingml/2006/main">
            <a:pPr>
              <a:spcBef>
                <a:spcPts val="300"/>
              </a:spcBef>
              <a:buNone/>
              <a:defRPr sz="1150">
                <a:solidFill>
                  <a:srgbClr val="0F172A"/>
                </a:solidFill>
                <a:latin typeface="Calibri"/>
                <a:ea typeface="Calibri"/>
                <a:cs typeface="Calibri"/>
              </a:defRPr>
            </a:pPr>
            <a:r>
              <a:t>•  Phát hiện: Trong hơn 54% trường hợp, kỹ thuật đúng hoàn toàn vắng bóng trong Top-10 gửi cho LLM!</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5276bb3c00234c9f"/>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8629DA46-0887-47CD-87A0-4B4BBFDAC928}"/>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1F38445-D1F5-4266-9961-D8F46103A0B0}"/>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180998064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69C9E41-5139-467D-B726-1C097AAC80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15AD4CD-3884-4AA0-A370-CECDD1B242F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8816665-8BB4-45FE-9623-C40B56FBA51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856AAD0-ADEA-4A0B-AED6-0C6304FCC24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4F560846-6FD2-48B0-B3A6-0A526A0F5711}"/>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33DECB7-04A0-4BFC-953F-789B7B504BC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D636E081-7EC1-487C-B8A9-3963359A216B}"/>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4423B59-AA4E-41F1-B728-ADE5D3629EF9}"/>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9639550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5838C76-883C-42A2-B00D-5AAAB3AAEDC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5B724DC-CB3D-444E-9929-F1FE5C6E79C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02BF112-CB43-4BCD-A231-2142FF2759C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A2FCC4F-198C-4DC1-B7F0-F196B2CC4A3F}"/>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543F8941-D038-4329-BF2C-4C15E87B8942}"/>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C958E2E-1B8A-46E5-9979-388EBA2C5CE9}"/>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5359BF50-B4CB-4958-83BC-5A54F58327B7}"/>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CA9BAD2-B198-4CDE-85E3-C5A64336FFB5}"/>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D120393D-1940-4D27-A2ED-DA00BB75682D}"/>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B1A47A2-8F8C-4ACE-82D5-DD8666718136}"/>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Condition      Accuracy    Macro-F1    Delta vs No-RAG</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rag_k3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rag_k5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rag_k10        0.5000      0.0929      +0.0000 (+0.0000 F1)</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Best Condition: rag_k10 (Delta Acc = +0.0000, Delta F1 = +0.0000)</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95% CI: no_rag/k1/k3/k5/k10 = [0.3500, 0.6500] (chi tiết trong Speaker Notes)</a:t>
            </a:r>
          </a:p>
          <a:p xmlns:a="http://schemas.openxmlformats.org/drawingml/2006/main">
            <a:pPr>
              <a:buNone/>
              <a:defRPr sz="1600" b="1">
                <a:solidFill>
                  <a:srgbClr val="DC2626"/>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13226627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58BB38C-9BE8-4D0D-9989-AB4BC968822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B4CBD96-ED6E-48B5-8F19-64A503AE982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C0481EB-412B-4182-947E-ED4080BEF81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260F6EE-883F-488C-AC08-5A0424FAF1C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6473EF80-67E8-48BE-A159-AA60C7905F9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B97072E-746C-4A92-A073-2402F260A9B0}"/>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DEV Pilot Telemetry &amp; Hạch Toán Dự Phóng [DIAGNOSTIC TEST FIXTURE ONLY - NOT CANONICAL NUMERICAL RESULTS]</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[HISTORICAL DEV PILOT BASELINE (20 Requests)]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Bản chất: DEV split tổng hợp (4 views x 5 điều kiện). Gửi request thực tế không biến log tổng hợp thành in-the-wild telemetry.</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Quy mô: 20 requests thực tế Responses API (100% VALID, 0 retry, trễ TB 8,127.6 ms).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Tiêu thụ tài nguyên &amp; chi phí quan sát được (Observed Telemetry):</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no_rag (k=0): 643.0 mean prompt tokens, med lat 7.89s (~0.000390 USD / logical req)</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rag_k10 (k=10): 4536.5 mean prompt tokens, med lat 9.90s (~0.001870 USD / logical req)</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Giữ chỗ thận trọng tạm thời: 0.05264010 USD (prior_pilot_provisional_hold_usd).</a:t>
            </a:r>
          </a:p>
          <a:p xmlns:a="http://schemas.openxmlformats.org/drawingml/2006/main">
            <a:pPr>
              <a:buNone/>
              <a:defRPr sz="1600" b="1">
                <a:solidFill>
                  <a:srgbClr val="1E40AF"/>
                </a:solidFill>
                <a:latin typeface="Calibri"/>
                <a:ea typeface="Calibri"/>
                <a:cs typeface="Calibri"/>
              </a:defRPr>
            </a:pP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[DIAGNOSTIC FIXTURE PROJECTION (N=718 SCORABLE VIEWS)]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Hạch toán toàn thể nghiên cứu theo fixture (Whole Study Accounting Fixture):</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Hạch toán điều kiện chuẩn (Canonical Total): 8.50 USD cho 6,400 requests.</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Ngân sách chưa cam kết còn lại (Net Remaining): 11.44 USD.</a:t>
            </a:r>
          </a:p>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  • Trần ngân sách đóng băng cứng: 19.99 USD (hard_budget_limit_usd).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1159e80b8d3942b7"/>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5A4F294A-B342-4027-A2F4-2B8A0C15FC9D}"/>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92AC73DC-BDB6-493F-AD2C-ECCBABF5095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16880227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C0D1656-EA8D-4589-8E50-54480D98EE0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DF1094F-10BE-49A4-846F-CAF1E7ACDF6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B4AB8CD-E385-4477-85D7-3B0F39598FC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FC28B8B-A2ED-48BD-9C1B-FE3CA7E9BA5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13CFDB75-E8F9-447F-8C39-142792041AB5}"/>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43D0F64-D1C1-40FE-8DE7-1E4839EA9F2A}"/>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B8C974A6-7CE9-40C3-903A-6DC555F736A6}"/>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6703378-E5C0-4088-B113-2EB2915C97D5}"/>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3068B22A-BE25-4349-8338-0448FE40F5FF}"/>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EA1D0B8-F17A-46D8-AFB8-74631EC2DFE7}"/>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59859963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FAB9E42-7729-42DE-B584-893C5D26CB6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9F8962F-5B21-4B1C-94CC-9B662760FF6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F05C22E-064C-4FDF-88DF-04776316CEE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951618C-4E56-4607-8C67-316A8EB98F9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13D98923-AC55-4318-BB6A-85EC6541E09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D81E792-B232-48E9-9DF5-B56382C3C90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8644E0A4-6C59-40B9-826A-DA9288BBF94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49DBB8B5-47E2-415B-A790-63659DBE808C}"/>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57497704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311A4A7-4B5E-4C6B-98F0-B4390AB5F5D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A18AC14-74DB-453D-89F3-7C779E389217}"/>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20C02B7F-C763-4B1D-BEAA-C9B5CAC7CA0E}"/>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56652320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2026-10-02T02:50:42.6410000Z</dcterms:created>
  <dcterms:modified xsi:type="dcterms:W3CDTF">2026-10-02T02:50:42.6410000Z</dcterms:modified>
</coreProperties>
</file>