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c371661a9d4c9d" /><Relationship Type="http://schemas.openxmlformats.org/officeDocument/2006/relationships/extended-properties" Target="/docProps/app.xml" Id="Rde4f92cf73b346ba" /><Relationship Type="http://schemas.openxmlformats.org/officeDocument/2006/relationships/officeDocument" Target="/ppt/presentation.xml" Id="Rff4fba5ee8be42a4" /></Relationships>
</file>

<file path=ppt/presentation.xml><?xml version="1.0" encoding="utf-8"?>
<p:presentation xmlns:p="http://schemas.openxmlformats.org/presentationml/2006/main">
  <p:sldMasterIdLst>
    <p:sldMasterId xmlns:r="http://schemas.openxmlformats.org/officeDocument/2006/relationships" id="2147483648" r:id="R8339cec55c9e4060"/>
  </p:sldMasterIdLst>
  <p:notesMasterIdLst>
    <p:notesMasterId xmlns:r="http://schemas.openxmlformats.org/officeDocument/2006/relationships" r:id="Re0dcec829a2d49a1"/>
  </p:notesMasterIdLst>
  <p:sldIdLst>
    <p:sldId xmlns:r="http://schemas.openxmlformats.org/officeDocument/2006/relationships" id="256" r:id="R47bc44f5b0cb41a5"/>
    <p:sldId xmlns:r="http://schemas.openxmlformats.org/officeDocument/2006/relationships" id="257" r:id="Rcb77ccf055464e0b"/>
    <p:sldId xmlns:r="http://schemas.openxmlformats.org/officeDocument/2006/relationships" id="258" r:id="R1463006834d34b2c"/>
    <p:sldId xmlns:r="http://schemas.openxmlformats.org/officeDocument/2006/relationships" id="259" r:id="R0cd3c46ca5904aef"/>
    <p:sldId xmlns:r="http://schemas.openxmlformats.org/officeDocument/2006/relationships" id="260" r:id="R55b9b8115470483f"/>
    <p:sldId xmlns:r="http://schemas.openxmlformats.org/officeDocument/2006/relationships" id="261" r:id="R5ba18e7501cf4f27"/>
    <p:sldId xmlns:r="http://schemas.openxmlformats.org/officeDocument/2006/relationships" id="262" r:id="R4670ab2bc68b4a71"/>
    <p:sldId xmlns:r="http://schemas.openxmlformats.org/officeDocument/2006/relationships" id="263" r:id="R38d8a577a314452b"/>
    <p:sldId xmlns:r="http://schemas.openxmlformats.org/officeDocument/2006/relationships" id="264" r:id="Rd120c4ef76d24ac1"/>
    <p:sldId xmlns:r="http://schemas.openxmlformats.org/officeDocument/2006/relationships" id="265" r:id="R26536cb50a974933"/>
    <p:sldId xmlns:r="http://schemas.openxmlformats.org/officeDocument/2006/relationships" id="266" r:id="Rf9def43630614530"/>
    <p:sldId xmlns:r="http://schemas.openxmlformats.org/officeDocument/2006/relationships" id="267" r:id="R103eac4c7d964cdd"/>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3aa990824e84e8b" /><Relationship Type="http://schemas.openxmlformats.org/officeDocument/2006/relationships/slideMaster" Target="/ppt/slideMasters/slideMaster1.xml" Id="R8339cec55c9e4060" /><Relationship Type="http://schemas.openxmlformats.org/officeDocument/2006/relationships/notesMaster" Target="/ppt/notesMasters/notesMaster1.xml" Id="Re0dcec829a2d49a1" /><Relationship Type="http://schemas.openxmlformats.org/officeDocument/2006/relationships/presProps" Target="/ppt/presProps.xml" Id="R9caf3bffb7ad4ad7" /><Relationship Type="http://schemas.openxmlformats.org/officeDocument/2006/relationships/viewProps" Target="/ppt/viewProps.xml" Id="R72a9983b2078453e" /><Relationship Type="http://schemas.openxmlformats.org/officeDocument/2006/relationships/tableStyles" Target="/ppt/tableStyles.xml" Id="R01ab4cbd72b24a3e" /><Relationship Type="http://schemas.openxmlformats.org/officeDocument/2006/relationships/slide" Target="/ppt/slides/slide1.xml" Id="R47bc44f5b0cb41a5" /><Relationship Type="http://schemas.openxmlformats.org/officeDocument/2006/relationships/slide" Target="/ppt/slides/slide2.xml" Id="Rcb77ccf055464e0b" /><Relationship Type="http://schemas.openxmlformats.org/officeDocument/2006/relationships/slide" Target="/ppt/slides/slide3.xml" Id="R1463006834d34b2c" /><Relationship Type="http://schemas.openxmlformats.org/officeDocument/2006/relationships/slide" Target="/ppt/slides/slide4.xml" Id="R0cd3c46ca5904aef" /><Relationship Type="http://schemas.openxmlformats.org/officeDocument/2006/relationships/slide" Target="/ppt/slides/slide5.xml" Id="R55b9b8115470483f" /><Relationship Type="http://schemas.openxmlformats.org/officeDocument/2006/relationships/slide" Target="/ppt/slides/slide6.xml" Id="R5ba18e7501cf4f27" /><Relationship Type="http://schemas.openxmlformats.org/officeDocument/2006/relationships/slide" Target="/ppt/slides/slide7.xml" Id="R4670ab2bc68b4a71" /><Relationship Type="http://schemas.openxmlformats.org/officeDocument/2006/relationships/slide" Target="/ppt/slides/slide8.xml" Id="R38d8a577a314452b" /><Relationship Type="http://schemas.openxmlformats.org/officeDocument/2006/relationships/slide" Target="/ppt/slides/slide9.xml" Id="Rd120c4ef76d24ac1" /><Relationship Type="http://schemas.openxmlformats.org/officeDocument/2006/relationships/slide" Target="/ppt/slides/slide10.xml" Id="R26536cb50a974933" /><Relationship Type="http://schemas.openxmlformats.org/officeDocument/2006/relationships/slide" Target="/ppt/slides/slide11.xml" Id="Rf9def43630614530" /><Relationship Type="http://schemas.openxmlformats.org/officeDocument/2006/relationships/slide" Target="/ppt/slides/slide12.xml" Id="R103eac4c7d964c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1619a706dc24b5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723aac71ec47b6" /><Relationship Type="http://schemas.openxmlformats.org/officeDocument/2006/relationships/notesMaster" Target="/ppt/notesMasters/notesMaster1.xml" Id="R3c66d541633e4f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875039646e425f" /><Relationship Type="http://schemas.openxmlformats.org/officeDocument/2006/relationships/notesMaster" Target="/ppt/notesMasters/notesMaster1.xml" Id="Re4ae9dee90ad4c58" /></Relationships>
</file>

<file path=ppt/notesSlides/_rels/notesSlide3.xml.rels>&#65279;<?xml version="1.0" encoding="utf-8"?><Relationships xmlns="http://schemas.openxmlformats.org/package/2006/relationships"><Relationship Type="http://schemas.openxmlformats.org/officeDocument/2006/relationships/slide" Target="/ppt/slides/slide3.xml" Id="R14a6e897a0f242e9" /><Relationship Type="http://schemas.openxmlformats.org/officeDocument/2006/relationships/notesMaster" Target="/ppt/notesMasters/notesMaster1.xml" Id="R9e8cc037b77f4b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e4b663c38e4908" /><Relationship Type="http://schemas.openxmlformats.org/officeDocument/2006/relationships/notesMaster" Target="/ppt/notesMasters/notesMaster1.xml" Id="R960d2854f65f46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d36f3b107fb40bd" /><Relationship Type="http://schemas.openxmlformats.org/officeDocument/2006/relationships/notesMaster" Target="/ppt/notesMasters/notesMaster1.xml" Id="R4f0b611c233c4a86"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c7e08783554db5" /><Relationship Type="http://schemas.openxmlformats.org/officeDocument/2006/relationships/notesMaster" Target="/ppt/notesMasters/notesMaster1.xml" Id="Re1733cf2a94c4235" /></Relationships>
</file>

<file path=ppt/notesSlides/_rels/notesSlide7.xml.rels>&#65279;<?xml version="1.0" encoding="utf-8"?><Relationships xmlns="http://schemas.openxmlformats.org/package/2006/relationships"><Relationship Type="http://schemas.openxmlformats.org/officeDocument/2006/relationships/slide" Target="/ppt/slides/slide7.xml" Id="R9359a6e9a3824d99" /><Relationship Type="http://schemas.openxmlformats.org/officeDocument/2006/relationships/notesMaster" Target="/ppt/notesMasters/notesMaster1.xml" Id="R572c2fd341414be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2e49bf619c486e" /><Relationship Type="http://schemas.openxmlformats.org/officeDocument/2006/relationships/notesMaster" Target="/ppt/notesMasters/notesMaster1.xml" Id="Rc20e96111de441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98109cd3c0144cf5" /><Relationship Type="http://schemas.openxmlformats.org/officeDocument/2006/relationships/notesMaster" Target="/ppt/notesMasters/notesMaster1.xml" Id="Rdba60380de2e43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3f57bb4d37449f2" /><Relationship Type="http://schemas.openxmlformats.org/officeDocument/2006/relationships/notesMaster" Target="/ppt/notesMasters/notesMaster1.xml" Id="R23d04e4d0eb149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ea5fca81f54887" /><Relationship Type="http://schemas.openxmlformats.org/officeDocument/2006/relationships/notesMaster" Target="/ppt/notesMasters/notesMaster1.xml" Id="R4b1d0beb8652493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36fbb54d10a4f4c" /><Relationship Type="http://schemas.openxmlformats.org/officeDocument/2006/relationships/notesMaster" Target="/ppt/notesMasters/notesMaster1.xml" Id="Rd15016e999d148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Toàn bộ nghiên cứu tính trên mẫu số 1,280 queries / điều kiện (tổng 6,400 logical requests, 6,401 physical attempts bao gồm 1 retry lỗi API).</a:t>
            </a:r>
          </a:p>
          <a:p xmlns:a="http://schemas.openxmlformats.org/drawingml/2006/main">
            <a:r>
              <a:t>3. Hạch toán tài chính chính xác: trần ngân sách đóng băng cứng $19.99 USD (hard_budget_limit_usd), chi phí quyết toán thực tế 5 điều kiện chính thức là $6.58 settled spend ($6.57575890 USD), cộng giữ chỗ thận trọng pilot $0.05264010 USD tổng chi phí cam kết là $6.63 committed spend ($6.62839900 USD), ngân sách khả dụng còn lại là $13.36 net remaining ($13.36160100 USD; 0 holds, 0 breach).</a:t>
            </a:r>
          </a:p>
          <a:p xmlns:a="http://schemas.openxmlformats.org/drawingml/2006/main">
            <a:r>
              <a:t>4. Phân biệt rõ khoản giữ chỗ thận trọng tạm thời ($0.05264010 USD prior_pilot_provisional_hold_usd), dự báo chuẩn tắc tập TEST ($8.20 – $8.99 USD cho 6,400 requests),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565ddbe95a4e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ccdacdb82ef448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149075ac546494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2111c93c64d4d5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8fbdb674c464f8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8c1d655d97d4583"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6e437659aad4d9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60ca26d496643c2"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8995171cfda4dd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c2f527f0ea14426"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ae6d3472e3b04935"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CEB49DB-D6FD-420D-8F42-0C33A8183484}"/>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7DA0C3A3-784B-4518-974F-2212DB9C22EF}"/>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4B0D3DEE-0A90-424F-A468-7B49E52CBA9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260CF1B-3512-4C4D-AED8-7C408DF8673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799572C-FAB7-46C8-ABD2-9FF7AB3858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6052D85-00B6-482C-93C2-C77A5C010B0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971831D-8DBD-41B4-BF82-593DCC17556D}"/>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33AC6F9-6E6B-4399-95A2-1698EA21B58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C692BE4-9ED7-4874-8983-64063FFC408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709FF09-5327-447B-A848-E7B97E03774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D17DE80-9C4F-4363-8BEF-16FCD8A06E42}"/>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D7FD489-10E6-4EF6-BC1A-0ECF1CC79DD0}"/>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E5AF355A-688E-4CC2-837E-F829CC099BA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E329375-4F6E-469F-A27A-311CF38E68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848B4D9-48E5-4DCE-9B98-AD07C7F5AB2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80D6C68-B086-482C-BFF8-49E61693CAE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6B9FD17E-3FA7-4690-8DA3-1C7966355E8F}"/>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028ACE0C-CE55-468F-8EEE-110B9B53B6F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1AE959A9-DBCA-4CAD-9F49-4B4E8ECAD7F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844379A-6075-4E75-A929-2B264D3AC5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26CE87F-AD3C-4348-8CDC-8A2D0CF2DEB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30AD875-2999-4FD0-BC76-184FB976340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7D5ECD1-E929-44D1-8A1B-1B8047097CC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9A4FDECF-83AE-4E22-BA21-334E88EE1AD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CD0C0318-2A59-4856-9741-DE0C099D555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D3E78C3F-560B-4933-8485-985332F04C5D}"/>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1DCF1BA5-48CE-458F-838E-105CBB4044D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28364750-34E7-4129-9E62-C202398526F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566432F8-A79A-461A-94AB-BE7273C17B9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B90140F-C0FC-41F7-B7F3-3D6CFA13E18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F2EAEB43-3B30-490D-8FF3-B3A6FDC4DAC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3CF8DEE2-6FB8-4776-AE59-4DBCB1A39DC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1D6C44F5-9566-4007-8D08-0DEF6619C43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AF9B1D40-8355-4D83-AD86-A0E12FCB1B4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EF450DFB-8692-4589-8B03-00A7D804559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BF4205B-EC1E-4445-A743-C0E94EC3052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900DC6E-0BD4-4C42-9278-0FF36D621CDD}"/>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9AFB8AA3-0C15-4DAA-856A-C158A2D68C9C}"/>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1023E3A8-6ED0-4E11-8523-8179EF4BA67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423CC125-F9BE-4909-80F8-FA3806DF7F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F4B2DF9-51AA-4141-9B01-2808EE87381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F02F5C0-BAD1-41A1-B934-D7DC09118E3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DF4ED85-6DD9-4D7B-A498-8745D3AD38EF}"/>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5E2ACE28-7EFF-45F4-8168-8EBE3115DFAD}"/>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A00C23AE-3C88-422A-921B-44BE77FC10E3}"/>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C986876-46CA-49BB-9EFB-2A9705849E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F89BE064-30A4-4B6D-9BD7-45A9FBB1A80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5301A1F-96A0-4A85-8D5F-65ACEF8B0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A6F003-5583-4DFE-A7AA-4DC2ED01187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9D30904-19A9-4DC2-BE2E-38DC9302BA3F}"/>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06F5DD9-6E76-45EA-A565-48A5AF7920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A9E38238-DE8F-4F23-89F6-13F8635D68E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F862A16-16C7-437A-A327-D5238D5256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0880E9A-C7BC-4B7A-82B3-412A3E5820F6}"/>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76E718EF-D9BF-4BFC-8FAE-F6255BC7F2A0}"/>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5F796DD-2CEB-43A1-8F3C-06A495D5B0E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13EC45B4-A49F-4F61-8F05-2721408F7B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F21537B-0B45-4743-B6FE-AD2AD9A729F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9e404aeadd4131" /><Relationship Type="http://schemas.openxmlformats.org/officeDocument/2006/relationships/slideLayout" Target="/ppt/slideLayouts/slideLayout1.xml" Id="Rc48f0f98151c4176" /><Relationship Type="http://schemas.openxmlformats.org/officeDocument/2006/relationships/slideLayout" Target="/ppt/slideLayouts/slideLayout2.xml" Id="R63f553ccd6364678" /><Relationship Type="http://schemas.openxmlformats.org/officeDocument/2006/relationships/slideLayout" Target="/ppt/slideLayouts/slideLayout3.xml" Id="R446e6758563842e0" /><Relationship Type="http://schemas.openxmlformats.org/officeDocument/2006/relationships/slideLayout" Target="/ppt/slideLayouts/slideLayout4.xml" Id="R62d32fa62f7541db" /><Relationship Type="http://schemas.openxmlformats.org/officeDocument/2006/relationships/slideLayout" Target="/ppt/slideLayouts/slideLayout5.xml" Id="Rdebe2ca846484a5a" /><Relationship Type="http://schemas.openxmlformats.org/officeDocument/2006/relationships/slideLayout" Target="/ppt/slideLayouts/slideLayout6.xml" Id="R4e35f9d00b7b4c74" /><Relationship Type="http://schemas.openxmlformats.org/officeDocument/2006/relationships/slideLayout" Target="/ppt/slideLayouts/slideLayout7.xml" Id="R51de9662eb4744a0" /><Relationship Type="http://schemas.openxmlformats.org/officeDocument/2006/relationships/slideLayout" Target="/ppt/slideLayouts/slideLayout8.xml" Id="R360c5a003f474d4c" /><Relationship Type="http://schemas.openxmlformats.org/officeDocument/2006/relationships/slideLayout" Target="/ppt/slideLayouts/slideLayout9.xml" Id="R48e1d5fbe3ce4673" /><Relationship Type="http://schemas.openxmlformats.org/officeDocument/2006/relationships/slideLayout" Target="/ppt/slideLayouts/slideLayout10.xml" Id="R7bb1a1cc2d554994" /><Relationship Type="http://schemas.openxmlformats.org/officeDocument/2006/relationships/slideLayout" Target="/ppt/slideLayouts/slideLayout11.xml" Id="R9cca958b0d6846a2"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6918760-2135-45A2-8CEF-592C94CF64C6}"/>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1F62161A-6F18-4D9A-95F2-5FD07F7E0329}"/>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CBF27AE-2FA7-4858-8BCC-8407841AF563}"/>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427334A-F150-4323-AF13-F4943BD06036}"/>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CAEEB15-A45E-4BC9-8445-9B02E8FABF05}"/>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8f0f98151c4176"/>
    <p:sldLayoutId xmlns:r="http://schemas.openxmlformats.org/officeDocument/2006/relationships" id="2147483650" r:id="R63f553ccd6364678"/>
    <p:sldLayoutId xmlns:r="http://schemas.openxmlformats.org/officeDocument/2006/relationships" id="2147483651" r:id="R446e6758563842e0"/>
    <p:sldLayoutId xmlns:r="http://schemas.openxmlformats.org/officeDocument/2006/relationships" id="2147483652" r:id="R62d32fa62f7541db"/>
    <p:sldLayoutId xmlns:r="http://schemas.openxmlformats.org/officeDocument/2006/relationships" id="2147483653" r:id="Rdebe2ca846484a5a"/>
    <p:sldLayoutId xmlns:r="http://schemas.openxmlformats.org/officeDocument/2006/relationships" id="2147483654" r:id="R4e35f9d00b7b4c74"/>
    <p:sldLayoutId xmlns:r="http://schemas.openxmlformats.org/officeDocument/2006/relationships" id="2147483655" r:id="R51de9662eb4744a0"/>
    <p:sldLayoutId xmlns:r="http://schemas.openxmlformats.org/officeDocument/2006/relationships" id="2147483656" r:id="R360c5a003f474d4c"/>
    <p:sldLayoutId xmlns:r="http://schemas.openxmlformats.org/officeDocument/2006/relationships" id="2147483657" r:id="R48e1d5fbe3ce4673"/>
    <p:sldLayoutId xmlns:r="http://schemas.openxmlformats.org/officeDocument/2006/relationships" id="2147483658" r:id="R7bb1a1cc2d554994"/>
    <p:sldLayoutId xmlns:r="http://schemas.openxmlformats.org/officeDocument/2006/relationships" id="2147483659" r:id="R9cca958b0d6846a2"/>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5ed200a9dd244758" /><Relationship Type="http://schemas.openxmlformats.org/officeDocument/2006/relationships/notesSlide" Target="/ppt/notesSlides/notesSlide1.xml" Id="Rc59ae91e2c024b17"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c7e2350d0d8a449b" /><Relationship Type="http://schemas.openxmlformats.org/officeDocument/2006/relationships/notesSlide" Target="/ppt/notesSlides/notesSlide2.xml" Id="Rb9279211826443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3eb4b6db0a5444b9" /><Relationship Type="http://schemas.openxmlformats.org/officeDocument/2006/relationships/notesSlide" Target="/ppt/notesSlides/notesSlide3.xml" Id="R1448a0c9ef0b4f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50d1558f8867428f" /><Relationship Type="http://schemas.openxmlformats.org/officeDocument/2006/relationships/notesSlide" Target="/ppt/notesSlides/notesSlide4.xml" Id="R62af0c1fc7314036"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4174a2e472824cbe" /><Relationship Type="http://schemas.openxmlformats.org/officeDocument/2006/relationships/notesSlide" Target="/ppt/notesSlides/notesSlide5.xml" Id="Rdd04c45e06b548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7da8d574f49547b6" /><Relationship Type="http://schemas.openxmlformats.org/officeDocument/2006/relationships/image" Target="/ppt/media/image.png" Id="Rec3c92ae24954635" /><Relationship Type="http://schemas.openxmlformats.org/officeDocument/2006/relationships/notesSlide" Target="/ppt/notesSlides/notesSlide6.xml" Id="R321923bfb4eb4465"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af61e2b7f43d40da" /><Relationship Type="http://schemas.openxmlformats.org/officeDocument/2006/relationships/notesSlide" Target="/ppt/notesSlides/notesSlide7.xml" Id="R3c52a319b7d84d7b"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1ba3aab8477f4498" /><Relationship Type="http://schemas.openxmlformats.org/officeDocument/2006/relationships/notesSlide" Target="/ppt/notesSlides/notesSlide8.xml" Id="R5065f97aef6d481f"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05e297ca42394ab9" /><Relationship Type="http://schemas.openxmlformats.org/officeDocument/2006/relationships/image" Target="/ppt/media/image2.png" Id="Rd9545648b0dd45c6" /><Relationship Type="http://schemas.openxmlformats.org/officeDocument/2006/relationships/notesSlide" Target="/ppt/notesSlides/notesSlide9.xml" Id="Rad8288480ea3417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09dd89031cd54a9f" /><Relationship Type="http://schemas.openxmlformats.org/officeDocument/2006/relationships/notesSlide" Target="/ppt/notesSlides/notesSlide10.xml" Id="R9fac74b88d4645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98a36513138540b3" /><Relationship Type="http://schemas.openxmlformats.org/officeDocument/2006/relationships/notesSlide" Target="/ppt/notesSlides/notesSlide11.xml" Id="Rb49ee218d09142d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5a1789ec1e2140bd" /><Relationship Type="http://schemas.openxmlformats.org/officeDocument/2006/relationships/notesSlide" Target="/ppt/notesSlides/notesSlide12.xml" Id="R06cc91bfe3ba41b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E0670D0-33AC-4610-A7D2-D9E737FE3D5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39416A2-3918-4B38-8A76-53028EDBB4AC}"/>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hape_slide_1_title">
            <a:extLst xmlns:a="http://schemas.openxmlformats.org/drawingml/2006/main">
              <a:ext uri="{FF2B5EF4-FFF2-40B4-BE49-F238E27FC236}">
                <a16:creationId xmlns:a16="http://schemas.microsoft.com/office/drawing/2014/main" id="{198DDE49-776B-4696-9598-F7AE7362CE30}"/>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a:p xmlns:a="http://schemas.openxmlformats.org/drawingml/2006/main">
            <a:pPr>
              <a:spcBef>
                <a:spcPts val="800"/>
              </a:spcBef>
              <a:buNone/>
              <a:defRPr sz="1300" b="1">
                <a:solidFill>
                  <a:srgbClr val="DC2626"/>
                </a:solidFill>
                <a:latin typeface="Calibri"/>
                <a:ea typeface="Calibri"/>
                <a:cs typeface="Calibri"/>
              </a:defRPr>
            </a:pPr>
            <a:r>
              <a:t>[FIXTURE — PRE-CANONICAL RENDER TEST]</a:t>
            </a:r>
          </a:p>
        </p:txBody>
      </p:sp>
    </p:spTree>
    <p:extLst>
      <p:ext uri="{BB962C8B-B14F-4D97-AF65-F5344CB8AC3E}">
        <p14:creationId xmlns:p14="http://schemas.microsoft.com/office/powerpoint/2010/main" val="49527931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2719F6C-61EF-44E9-B297-CA39787C2F3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8685632C-B54C-4C6F-91BA-003FD851444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E413F76-7B11-474C-988F-94061B16596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9577318-F879-4E42-9844-AD06075CD11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  |  [FIXTURE — PRE-CANONICAL RENDER TEST]</a:t>
            </a:r>
          </a:p>
        </p:txBody>
      </p:sp>
      <p:sp>
        <p:nvSpPr>
          <p:cNvPr id="6" name="shape_slide_2_problem">
            <a:extLst xmlns:a="http://schemas.openxmlformats.org/drawingml/2006/main">
              <a:ext uri="{FF2B5EF4-FFF2-40B4-BE49-F238E27FC236}">
                <a16:creationId xmlns:a16="http://schemas.microsoft.com/office/drawing/2014/main" id="{46709AD7-BAFA-4539-94C8-2AD04F617263}"/>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2_problem_textbox">
            <a:extLst xmlns:a="http://schemas.openxmlformats.org/drawingml/2006/main">
              <a:ext uri="{FF2B5EF4-FFF2-40B4-BE49-F238E27FC236}">
                <a16:creationId xmlns:a16="http://schemas.microsoft.com/office/drawing/2014/main" id="{1157446E-265C-4D30-B18D-C7661C7DAE77}"/>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shape_slide_2_challenge">
            <a:extLst xmlns:a="http://schemas.openxmlformats.org/drawingml/2006/main">
              <a:ext uri="{FF2B5EF4-FFF2-40B4-BE49-F238E27FC236}">
                <a16:creationId xmlns:a16="http://schemas.microsoft.com/office/drawing/2014/main" id="{04C730EF-1905-4951-9BA8-28F1D39615AA}"/>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2_challenge_textbox">
            <a:extLst xmlns:a="http://schemas.openxmlformats.org/drawingml/2006/main">
              <a:ext uri="{FF2B5EF4-FFF2-40B4-BE49-F238E27FC236}">
                <a16:creationId xmlns:a16="http://schemas.microsoft.com/office/drawing/2014/main" id="{A6C6F704-B5F6-4B5C-9114-E05D82DD8D0A}"/>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shape_slide_2_motivation">
            <a:extLst xmlns:a="http://schemas.openxmlformats.org/drawingml/2006/main">
              <a:ext uri="{FF2B5EF4-FFF2-40B4-BE49-F238E27FC236}">
                <a16:creationId xmlns:a16="http://schemas.microsoft.com/office/drawing/2014/main" id="{A9F66B8E-D853-4FCB-B32C-82FE916B0086}"/>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2_motivation_textbox">
            <a:extLst xmlns:a="http://schemas.openxmlformats.org/drawingml/2006/main">
              <a:ext uri="{FF2B5EF4-FFF2-40B4-BE49-F238E27FC236}">
                <a16:creationId xmlns:a16="http://schemas.microsoft.com/office/drawing/2014/main" id="{7402306B-B5B5-40CF-A1E4-2E6F9BC68F72}"/>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81474410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9A43052-2D55-41F0-8C2B-8BFE0AD13AF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2F22B5D-0B8F-4F1B-B727-B193E12C6A8E}"/>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65DDD45-BBCB-44FB-9E54-6BBACABED3C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F00663B2-4394-4D91-9A1D-D66C25F5205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  |  [FIXTURE — PRE-CANONICAL RENDER TEST]</a:t>
            </a:r>
          </a:p>
        </p:txBody>
      </p:sp>
      <p:sp>
        <p:nvSpPr>
          <p:cNvPr id="6" name="shape_slide_3_baseline">
            <a:extLst xmlns:a="http://schemas.openxmlformats.org/drawingml/2006/main">
              <a:ext uri="{FF2B5EF4-FFF2-40B4-BE49-F238E27FC236}">
                <a16:creationId xmlns:a16="http://schemas.microsoft.com/office/drawing/2014/main" id="{4B0FA7FA-5597-4CA1-9C04-5EB654132E48}"/>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3_baseline_textbox">
            <a:extLst xmlns:a="http://schemas.openxmlformats.org/drawingml/2006/main">
              <a:ext uri="{FF2B5EF4-FFF2-40B4-BE49-F238E27FC236}">
                <a16:creationId xmlns:a16="http://schemas.microsoft.com/office/drawing/2014/main" id="{85300203-AE34-48A8-9B01-56ABC979D234}"/>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shape_slide_3_rag">
            <a:extLst xmlns:a="http://schemas.openxmlformats.org/drawingml/2006/main">
              <a:ext uri="{FF2B5EF4-FFF2-40B4-BE49-F238E27FC236}">
                <a16:creationId xmlns:a16="http://schemas.microsoft.com/office/drawing/2014/main" id="{0B830EC3-5A70-4C78-AA89-7A64D6ABD2BD}"/>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3_rag_textbox">
            <a:extLst xmlns:a="http://schemas.openxmlformats.org/drawingml/2006/main">
              <a:ext uri="{FF2B5EF4-FFF2-40B4-BE49-F238E27FC236}">
                <a16:creationId xmlns:a16="http://schemas.microsoft.com/office/drawing/2014/main" id="{8D5EFA97-17CB-4E08-8E7F-1E456E99394A}"/>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shape_slide_3_invariants">
            <a:extLst xmlns:a="http://schemas.openxmlformats.org/drawingml/2006/main">
              <a:ext uri="{FF2B5EF4-FFF2-40B4-BE49-F238E27FC236}">
                <a16:creationId xmlns:a16="http://schemas.microsoft.com/office/drawing/2014/main" id="{C3059857-F3A6-4466-9266-2F9B7AFCC9FE}"/>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3_invariants_textbox">
            <a:extLst xmlns:a="http://schemas.openxmlformats.org/drawingml/2006/main">
              <a:ext uri="{FF2B5EF4-FFF2-40B4-BE49-F238E27FC236}">
                <a16:creationId xmlns:a16="http://schemas.microsoft.com/office/drawing/2014/main" id="{5CB3490C-929F-49E7-A082-22AD04E36641}"/>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47984842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2DDE5EC-BE22-44BD-817B-E699455D11E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8A2D425-344E-4F6E-936A-86EDF4CC300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25E863E-3915-4AAA-86FF-09989047A5B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A87939F-2C1E-47AA-A846-E45F63529753}"/>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  |  [FIXTURE — PRE-CANONICAL RENDER TEST]</a:t>
            </a:r>
          </a:p>
        </p:txBody>
      </p:sp>
      <p:sp>
        <p:nvSpPr>
          <p:cNvPr id="6" name="shape_slide_4_dataset_topology">
            <a:extLst xmlns:a="http://schemas.openxmlformats.org/drawingml/2006/main">
              <a:ext uri="{FF2B5EF4-FFF2-40B4-BE49-F238E27FC236}">
                <a16:creationId xmlns:a16="http://schemas.microsoft.com/office/drawing/2014/main" id="{2EA0E96A-00C1-4728-A5C6-BBCEF2DD0EFF}"/>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4_dataset_topology_textbox">
            <a:extLst xmlns:a="http://schemas.openxmlformats.org/drawingml/2006/main">
              <a:ext uri="{FF2B5EF4-FFF2-40B4-BE49-F238E27FC236}">
                <a16:creationId xmlns:a16="http://schemas.microsoft.com/office/drawing/2014/main" id="{EF944E9C-B351-4E30-8A18-50DDD1D4D083}"/>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shape_slide_4_representations">
            <a:extLst xmlns:a="http://schemas.openxmlformats.org/drawingml/2006/main">
              <a:ext uri="{FF2B5EF4-FFF2-40B4-BE49-F238E27FC236}">
                <a16:creationId xmlns:a16="http://schemas.microsoft.com/office/drawing/2014/main" id="{7C8ACE77-14BE-4776-9A26-101BE0479D4C}"/>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4_representations_textbox">
            <a:extLst xmlns:a="http://schemas.openxmlformats.org/drawingml/2006/main">
              <a:ext uri="{FF2B5EF4-FFF2-40B4-BE49-F238E27FC236}">
                <a16:creationId xmlns:a16="http://schemas.microsoft.com/office/drawing/2014/main" id="{ECA5FA40-4EFD-46F2-91C7-7D59C7235BF4}"/>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46070412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A0B5C3C-1E3B-4613-886E-6AF08E9BA36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F751F65-0C76-49DA-B629-A7DCF0B530B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21E74DE-652A-4180-97D4-86C989E4B825}"/>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E4A712A-E95C-42EF-9E38-D4D827432E1D}"/>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  |  [FIXTURE — PRE-CANONICAL RENDER TEST]</a:t>
            </a:r>
          </a:p>
        </p:txBody>
      </p:sp>
      <p:sp>
        <p:nvSpPr>
          <p:cNvPr id="6" name="shape_slide_5_decisions">
            <a:extLst xmlns:a="http://schemas.openxmlformats.org/drawingml/2006/main">
              <a:ext uri="{FF2B5EF4-FFF2-40B4-BE49-F238E27FC236}">
                <a16:creationId xmlns:a16="http://schemas.microsoft.com/office/drawing/2014/main" id="{47F3615E-8703-4181-80E9-B52338A203C4}"/>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5_decisions_textbox">
            <a:extLst xmlns:a="http://schemas.openxmlformats.org/drawingml/2006/main">
              <a:ext uri="{FF2B5EF4-FFF2-40B4-BE49-F238E27FC236}">
                <a16:creationId xmlns:a16="http://schemas.microsoft.com/office/drawing/2014/main" id="{44511029-5173-455B-B22D-B792092C3574}"/>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an toàn (D1: RECORD_ONLY): Lưu phản hồi thô phục vụ kiểm toán độc lập; toàn bộ thông tin đăng nhập và bí mật nhạy cảm đã được làm sạch / khử khuẩn (credentials and sensitive secrets sanitized/redacted).</a:t>
            </a:r>
          </a:p>
        </p:txBody>
      </p:sp>
      <p:sp>
        <p:nvSpPr>
          <p:cNvPr id="8" name="shape_slide_5_criteria">
            <a:extLst xmlns:a="http://schemas.openxmlformats.org/drawingml/2006/main">
              <a:ext uri="{FF2B5EF4-FFF2-40B4-BE49-F238E27FC236}">
                <a16:creationId xmlns:a16="http://schemas.microsoft.com/office/drawing/2014/main" id="{BB046C5A-961A-46C0-A404-072E5BDA6492}"/>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5_criteria_textbox">
            <a:extLst xmlns:a="http://schemas.openxmlformats.org/drawingml/2006/main">
              <a:ext uri="{FF2B5EF4-FFF2-40B4-BE49-F238E27FC236}">
                <a16:creationId xmlns:a16="http://schemas.microsoft.com/office/drawing/2014/main" id="{B55D010B-DF60-4732-8433-76309AEF3EC9}"/>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147131563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6084917-9054-40F5-BFA9-AA322E65BD1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9125850-74EF-405E-AC29-7C769710AF00}"/>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9DD4F78-83DC-4498-87D6-F9E532B778F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092A556-F154-4F80-AA99-01265EC6E05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  |  [FIXTURE — PRE-CANONICAL RENDER TEST]</a:t>
            </a:r>
          </a:p>
        </p:txBody>
      </p:sp>
      <p:sp>
        <p:nvSpPr>
          <p:cNvPr id="6" name="shape_slide_6_retrieval_diagnostics">
            <a:extLst xmlns:a="http://schemas.openxmlformats.org/drawingml/2006/main">
              <a:ext uri="{FF2B5EF4-FFF2-40B4-BE49-F238E27FC236}">
                <a16:creationId xmlns:a16="http://schemas.microsoft.com/office/drawing/2014/main" id="{8529D7B6-A522-4841-A306-4E9847BCFD39}"/>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6_retrieval_diagnostics_textbox">
            <a:extLst xmlns:a="http://schemas.openxmlformats.org/drawingml/2006/main">
              <a:ext uri="{FF2B5EF4-FFF2-40B4-BE49-F238E27FC236}">
                <a16:creationId xmlns:a16="http://schemas.microsoft.com/office/drawing/2014/main" id="{38F5A89B-CB05-4D81-9FC1-8E919BD6D2F5}"/>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ec3c92ae24954635"/>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shape_slide_6_context_scaling">
            <a:extLst xmlns:a="http://schemas.openxmlformats.org/drawingml/2006/main">
              <a:ext uri="{FF2B5EF4-FFF2-40B4-BE49-F238E27FC236}">
                <a16:creationId xmlns:a16="http://schemas.microsoft.com/office/drawing/2014/main" id="{179279FD-D18E-49E8-9652-872E3C610369}"/>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shape_slide_6_context_scaling_textbox">
            <a:extLst xmlns:a="http://schemas.openxmlformats.org/drawingml/2006/main">
              <a:ext uri="{FF2B5EF4-FFF2-40B4-BE49-F238E27FC236}">
                <a16:creationId xmlns:a16="http://schemas.microsoft.com/office/drawing/2014/main" id="{30B0A22E-386C-43B7-AE3C-5753D5CDEFD2}"/>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152624734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EE9BA2D-9D78-4D90-A7B0-10694BAFEF1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8F63286-50F2-4D92-BFBF-25EE5C2A1DD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90A42CF-B9C0-4832-8AB6-E45F7DD5A815}"/>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3C24358-621E-4609-ACAA-35578C4C79D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  |  [FIXTURE — PRE-CANONICAL RENDER TEST]</a:t>
            </a:r>
          </a:p>
        </p:txBody>
      </p:sp>
      <p:sp>
        <p:nvSpPr>
          <p:cNvPr id="6" name="shape_slide_7_paired_analysis">
            <a:extLst xmlns:a="http://schemas.openxmlformats.org/drawingml/2006/main">
              <a:ext uri="{FF2B5EF4-FFF2-40B4-BE49-F238E27FC236}">
                <a16:creationId xmlns:a16="http://schemas.microsoft.com/office/drawing/2014/main" id="{8300DADA-0E2D-4E2E-91B9-0A059DB0FEB8}"/>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7_paired_analysis_textbox">
            <a:extLst xmlns:a="http://schemas.openxmlformats.org/drawingml/2006/main">
              <a:ext uri="{FF2B5EF4-FFF2-40B4-BE49-F238E27FC236}">
                <a16:creationId xmlns:a16="http://schemas.microsoft.com/office/drawing/2014/main" id="{A7C79A3B-836B-4305-BAAB-D9CB200D52E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shape_slide_7_benign_drift">
            <a:extLst xmlns:a="http://schemas.openxmlformats.org/drawingml/2006/main">
              <a:ext uri="{FF2B5EF4-FFF2-40B4-BE49-F238E27FC236}">
                <a16:creationId xmlns:a16="http://schemas.microsoft.com/office/drawing/2014/main" id="{D372F0AC-3236-4F87-96C5-0C5801FC0119}"/>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7_benign_drift_textbox">
            <a:extLst xmlns:a="http://schemas.openxmlformats.org/drawingml/2006/main">
              <a:ext uri="{FF2B5EF4-FFF2-40B4-BE49-F238E27FC236}">
                <a16:creationId xmlns:a16="http://schemas.microsoft.com/office/drawing/2014/main" id="{1E754664-CE8A-4760-BD84-DEF011486422}"/>
              </a:ext>
            </a:extLst>
          </p:cNvPr>
          <p:cNvSpPr>
            <a:spLocks xmlns:a="http://schemas.openxmlformats.org/drawingml/2006/main" noGrp="1"/>
          </p:cNvSpPr>
          <p:nvPr/>
        </p:nvSpPr>
        <p:spPr>
          <a:xfrm xmlns:a="http://schemas.openxmlformats.org/drawingml/2006/main">
            <a:off x="6430975" y="1344168"/>
            <a:ext cx="4846320" cy="5166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[FIXTURE — PRE-CANONICAL RENDER TEST]</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Diagnostic Cohort Pairwise Comparison (n=718 views across 440 clusters):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Thử nghiệm sơ bộ trên fixture đối chứng; kết luận chính thức cần ma trận TEST đầy đủ.</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70902330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3762DC1-322C-4C9F-89DA-CAECC97E092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32B864F-D85D-4A97-AEED-65B4B423CF41}"/>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57B530B9-B1EF-4556-81A2-7910458F8502}"/>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C73B1D6-66C7-481E-BC2C-DDC79DFD392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  |  [FIXTURE — PRE-CANONICAL RENDER TEST]</a:t>
            </a:r>
          </a:p>
        </p:txBody>
      </p:sp>
      <p:sp>
        <p:nvSpPr>
          <p:cNvPr id="6" name="shape_slide_8_d2i_axes">
            <a:extLst xmlns:a="http://schemas.openxmlformats.org/drawingml/2006/main">
              <a:ext uri="{FF2B5EF4-FFF2-40B4-BE49-F238E27FC236}">
                <a16:creationId xmlns:a16="http://schemas.microsoft.com/office/drawing/2014/main" id="{7A246488-D4C4-48A6-83CB-B4F143B1E0DB}"/>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8_d2i_axes_textbox">
            <a:extLst xmlns:a="http://schemas.openxmlformats.org/drawingml/2006/main">
              <a:ext uri="{FF2B5EF4-FFF2-40B4-BE49-F238E27FC236}">
                <a16:creationId xmlns:a16="http://schemas.microsoft.com/office/drawing/2014/main" id="{9961CA3F-00D3-43A2-A7EB-F199011CC384}"/>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shape_slide_8_conditional_accuracy">
            <a:extLst xmlns:a="http://schemas.openxmlformats.org/drawingml/2006/main">
              <a:ext uri="{FF2B5EF4-FFF2-40B4-BE49-F238E27FC236}">
                <a16:creationId xmlns:a16="http://schemas.microsoft.com/office/drawing/2014/main" id="{41235035-8527-42D1-8189-4BBEFE2AC04B}"/>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8_conditional_accuracy_textbox">
            <a:extLst xmlns:a="http://schemas.openxmlformats.org/drawingml/2006/main">
              <a:ext uri="{FF2B5EF4-FFF2-40B4-BE49-F238E27FC236}">
                <a16:creationId xmlns:a16="http://schemas.microsoft.com/office/drawing/2014/main" id="{20AC1815-85A3-41E5-853F-7C6026F864A6}"/>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&amp; Hiệu Năng RQ1</a:t>
            </a:r>
          </a:p>
          <a:p xmlns:a="http://schemas.openxmlformats.org/drawingml/2006/main">
            <a:pPr>
              <a:spcBef>
                <a:spcPts val="220"/>
              </a:spcBef>
              <a:buNone/>
              <a:defRPr sz="1050">
                <a:solidFill>
                  <a:srgbClr val="0F172A"/>
                </a:solidFill>
                <a:latin typeface="Calibri"/>
                <a:ea typeface="Calibri"/>
                <a:cs typeface="Calibri"/>
              </a:defRPr>
            </a:pPr>
            <a:r>
              <a:t>•  Mẫu số đánh giá chuẩn: N=718 scorable views (trên 440 distinct clusters).</a:t>
            </a:r>
          </a:p>
          <a:p xmlns:a="http://schemas.openxmlformats.org/drawingml/2006/main">
            <a:pPr>
              <a:spcBef>
                <a:spcPts val="220"/>
              </a:spcBef>
              <a:buNone/>
              <a:defRPr sz="10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220"/>
              </a:spcBef>
              <a:buNone/>
              <a:defRPr sz="10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220"/>
              </a:spcBef>
              <a:buNone/>
              <a:defRPr sz="1050">
                <a:solidFill>
                  <a:srgbClr val="0F172A"/>
                </a:solidFill>
                <a:latin typeface="Calibri"/>
                <a:ea typeface="Calibri"/>
                <a:cs typeface="Calibri"/>
              </a:defRPr>
            </a:pPr>
            <a:r>
              <a:t>•  Fail-Closed Invariant: Provider Fail = 0.0000, Parse Fail = 0.0000, Invalid ID = 0.1667 (tính vào mẫu số).</a:t>
            </a:r>
          </a:p>
          <a:p xmlns:a="http://schemas.openxmlformats.org/drawingml/2006/main">
            <a:pPr>
              <a:spcBef>
                <a:spcPts val="220"/>
              </a:spcBef>
              <a:buNone/>
              <a:defRPr sz="1050">
                <a:solidFill>
                  <a:srgbClr val="0F172A"/>
                </a:solidFill>
                <a:latin typeface="Calibri"/>
                <a:ea typeface="Calibri"/>
                <a:cs typeface="Calibri"/>
              </a:defRPr>
            </a:pPr>
            <a:r>
              <a:t>•  So sánh đối chứng RAG k=10 vs No-RAG: Chênh lệch cặp 95% CI [-2.355, +5.300] pp (chứa 0), McNemar p = 0.4223 &gt; 0.05.</a:t>
            </a:r>
          </a:p>
          <a:p xmlns:a="http://schemas.openxmlformats.org/drawingml/2006/main">
            <a:pPr>
              <a:spcBef>
                <a:spcPts val="220"/>
              </a:spcBef>
              <a:buNone/>
              <a:defRPr sz="1050">
                <a:solidFill>
                  <a:srgbClr val="0F172A"/>
                </a:solidFill>
                <a:latin typeface="Calibri"/>
                <a:ea typeface="Calibri"/>
                <a:cs typeface="Calibri"/>
              </a:defRPr>
            </a:pPr>
            <a:r>
              <a:t>•  Diễn giải học thuật: RAG k=10 đạt độ chính xác quan sát được cao nhất trong thử nghiệm kèm độ bất định (không kết luận vượt trội thống kê).</a:t>
            </a:r>
          </a:p>
        </p:txBody>
      </p:sp>
      <p:sp>
        <p:nvSpPr>
          <p:cNvPr id="10" name="shape_slide_8_rq1_attribution">
            <a:extLst xmlns:a="http://schemas.openxmlformats.org/drawingml/2006/main">
              <a:ext uri="{FF2B5EF4-FFF2-40B4-BE49-F238E27FC236}">
                <a16:creationId xmlns:a16="http://schemas.microsoft.com/office/drawing/2014/main" id="{EE5AE9CC-2EBB-4331-B075-5B552EBE105D}"/>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8_rq1_attribution_textbox">
            <a:extLst xmlns:a="http://schemas.openxmlformats.org/drawingml/2006/main">
              <a:ext uri="{FF2B5EF4-FFF2-40B4-BE49-F238E27FC236}">
                <a16:creationId xmlns:a16="http://schemas.microsoft.com/office/drawing/2014/main" id="{36E13140-6386-44B8-8ED5-F1FA0CD8F75E}"/>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Condition      Accuracy    Macro-F1 (474 lớp)    Delta vs No-RAG</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Absolute Accuracy 95% CIs: no_rag=[0.3500, 0.6500], k1=[0.3600, 0.6600], k3=[0.3800, 0.6800], k5=[0.4100, 0.7100], k10=[0.4300, 0.7300]</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5599741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64B0120-9722-4313-9BFA-31A6E7BAF92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8EA7C4FA-737F-4987-9AE6-E368A59E5B6B}"/>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8AC9B0C-4A9A-42B4-ACDC-F691CCBE262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3C3EB56-51DA-4FCB-AF53-2EF1E856723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r>
              <a:t>  |  [FIXTURE — PRE-CANONICAL RENDER TEST]</a:t>
            </a:r>
          </a:p>
        </p:txBody>
      </p:sp>
      <p:sp>
        <p:nvSpPr>
          <p:cNvPr id="6" name="shape_slide_9_rq3_resources">
            <a:extLst xmlns:a="http://schemas.openxmlformats.org/drawingml/2006/main">
              <a:ext uri="{FF2B5EF4-FFF2-40B4-BE49-F238E27FC236}">
                <a16:creationId xmlns:a16="http://schemas.microsoft.com/office/drawing/2014/main" id="{9190559F-9B91-4F70-A806-09DCBEEA2F18}"/>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9_rq3_resources_textbox">
            <a:extLst xmlns:a="http://schemas.openxmlformats.org/drawingml/2006/main">
              <a:ext uri="{FF2B5EF4-FFF2-40B4-BE49-F238E27FC236}">
                <a16:creationId xmlns:a16="http://schemas.microsoft.com/office/drawing/2014/main" id="{31349263-7A64-4A4B-BE38-7F686D319D3C}"/>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63"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1: HISTORICAL DEV PILOT BASELINE (20 Requests Responses API)</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2: DIAGNOSTIC TEST FIXTURE TELEMETRY (N=718 Scorable Views)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no_rag: trễ trung vị 7.89s (trung bình 2.90s) | 643.0 prompt tokens | ~0.000390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rag_k10: trễ trung vị 9.90s (trung bình 4.37s) | 4536.5 prompt tokens | ~0.001870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3: WHOLE STUDY FINANCIAL ACCOUNTING (6,400 Matrix Canonical Conditions)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Hạch toán toàn thể điều kiện chuẩn (Canonical Total): 8.50 USD ($6.57575890 USD đã quyết toán).</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Tổng chi phí đã cam kết hạch toán: $6.63 USD ($6.62839900 USD total accounted spend).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Ngân sách chưa cam kết còn lại (Net Remaining): 11.44 USD ($13.36160100 USD khả dụng).</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d9545648b0dd45c6"/>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shape_slide_9_accounting">
            <a:extLst xmlns:a="http://schemas.openxmlformats.org/drawingml/2006/main">
              <a:ext uri="{FF2B5EF4-FFF2-40B4-BE49-F238E27FC236}">
                <a16:creationId xmlns:a16="http://schemas.microsoft.com/office/drawing/2014/main" id="{22CA8ED1-0C0A-4CF8-96F7-E233CEB8839B}"/>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shape_slide_9_accounting_textbox">
            <a:extLst xmlns:a="http://schemas.openxmlformats.org/drawingml/2006/main">
              <a:ext uri="{FF2B5EF4-FFF2-40B4-BE49-F238E27FC236}">
                <a16:creationId xmlns:a16="http://schemas.microsoft.com/office/drawing/2014/main" id="{32E03843-121C-4C35-87EB-DCFBA127491B}"/>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92578719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0F0DC23-B6AE-4649-A642-9B21BEEE983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810DBE7-94AC-46EC-8D01-8511ACF1848C}"/>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D73CF99-9BF1-46E0-9A5A-7F723AE5283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1EA2672-A8C0-4BC9-A3B3-F742BA5ACF9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  |  [FIXTURE — PRE-CANONICAL RENDER TEST]</a:t>
            </a:r>
          </a:p>
        </p:txBody>
      </p:sp>
      <p:sp>
        <p:nvSpPr>
          <p:cNvPr id="6" name="shape_slide_10_limitations_1">
            <a:extLst xmlns:a="http://schemas.openxmlformats.org/drawingml/2006/main">
              <a:ext uri="{FF2B5EF4-FFF2-40B4-BE49-F238E27FC236}">
                <a16:creationId xmlns:a16="http://schemas.microsoft.com/office/drawing/2014/main" id="{380E53C2-3018-408C-A5FC-A8319A50404B}"/>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10_limitations_1_textbox">
            <a:extLst xmlns:a="http://schemas.openxmlformats.org/drawingml/2006/main">
              <a:ext uri="{FF2B5EF4-FFF2-40B4-BE49-F238E27FC236}">
                <a16:creationId xmlns:a16="http://schemas.microsoft.com/office/drawing/2014/main" id="{D1BA875E-3D64-4D26-B38F-C5AD5748EE20}"/>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shape_slide_10_limitations_2">
            <a:extLst xmlns:a="http://schemas.openxmlformats.org/drawingml/2006/main">
              <a:ext uri="{FF2B5EF4-FFF2-40B4-BE49-F238E27FC236}">
                <a16:creationId xmlns:a16="http://schemas.microsoft.com/office/drawing/2014/main" id="{1FAC2032-87F0-4291-B675-622E72E5EA72}"/>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10_limitations_2_textbox">
            <a:extLst xmlns:a="http://schemas.openxmlformats.org/drawingml/2006/main">
              <a:ext uri="{FF2B5EF4-FFF2-40B4-BE49-F238E27FC236}">
                <a16:creationId xmlns:a16="http://schemas.microsoft.com/office/drawing/2014/main" id="{1BDED55C-00C5-4A0E-A58F-E34AEB992EE9}"/>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shape_slide_10_limitations_3">
            <a:extLst xmlns:a="http://schemas.openxmlformats.org/drawingml/2006/main">
              <a:ext uri="{FF2B5EF4-FFF2-40B4-BE49-F238E27FC236}">
                <a16:creationId xmlns:a16="http://schemas.microsoft.com/office/drawing/2014/main" id="{E2E2AE75-EA5A-4344-AD82-8B3C9A363B64}"/>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10_limitations_3_textbox">
            <a:extLst xmlns:a="http://schemas.openxmlformats.org/drawingml/2006/main">
              <a:ext uri="{FF2B5EF4-FFF2-40B4-BE49-F238E27FC236}">
                <a16:creationId xmlns:a16="http://schemas.microsoft.com/office/drawing/2014/main" id="{A1E6F981-9486-40F6-B683-42B7365FA315}"/>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168437263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893FC1B-790E-4285-BF1F-C1ABA206422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A51345A-D2D2-4F71-AEE7-0508A04F2B6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0C1A8EB7-C8EA-4EF0-811D-F8819B2BD7A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9D33FCA8-7403-444E-AAB7-019D1D69441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  |  [FIXTURE — PRE-CANONICAL RENDER TEST]</a:t>
            </a:r>
          </a:p>
        </p:txBody>
      </p:sp>
      <p:sp>
        <p:nvSpPr>
          <p:cNvPr id="6" name="shape_slide_11_reproducibility_1">
            <a:extLst xmlns:a="http://schemas.openxmlformats.org/drawingml/2006/main">
              <a:ext uri="{FF2B5EF4-FFF2-40B4-BE49-F238E27FC236}">
                <a16:creationId xmlns:a16="http://schemas.microsoft.com/office/drawing/2014/main" id="{F30517E4-B0C1-4343-9C8D-E8906B417206}"/>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11_reproducibility_1_textbox">
            <a:extLst xmlns:a="http://schemas.openxmlformats.org/drawingml/2006/main">
              <a:ext uri="{FF2B5EF4-FFF2-40B4-BE49-F238E27FC236}">
                <a16:creationId xmlns:a16="http://schemas.microsoft.com/office/drawing/2014/main" id="{D036F198-D024-4EAF-A08C-0EBA3ADEEFC5}"/>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shape_slide_11_reproducibility_2">
            <a:extLst xmlns:a="http://schemas.openxmlformats.org/drawingml/2006/main">
              <a:ext uri="{FF2B5EF4-FFF2-40B4-BE49-F238E27FC236}">
                <a16:creationId xmlns:a16="http://schemas.microsoft.com/office/drawing/2014/main" id="{D8A5FBA8-F64C-47BC-9754-76468783C606}"/>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11_reproducibility_2_textbox">
            <a:extLst xmlns:a="http://schemas.openxmlformats.org/drawingml/2006/main">
              <a:ext uri="{FF2B5EF4-FFF2-40B4-BE49-F238E27FC236}">
                <a16:creationId xmlns:a16="http://schemas.microsoft.com/office/drawing/2014/main" id="{2A0253C7-A769-4C8C-9DCC-146E6993456A}"/>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97795758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C587C29-53C1-4C5B-ADE5-A0573DD5A00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FAD6056-D755-46F8-8077-94AC3F5C4E2E}"/>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hape_slide_12_conclusion">
            <a:extLst xmlns:a="http://schemas.openxmlformats.org/drawingml/2006/main">
              <a:ext uri="{FF2B5EF4-FFF2-40B4-BE49-F238E27FC236}">
                <a16:creationId xmlns:a16="http://schemas.microsoft.com/office/drawing/2014/main" id="{45BB537E-2203-4CA3-A90C-7783CA7472CC}"/>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a:p xmlns:a="http://schemas.openxmlformats.org/drawingml/2006/main">
            <a:pPr>
              <a:spcBef>
                <a:spcPts val="800"/>
              </a:spcBef>
              <a:buNone/>
              <a:defRPr sz="1300" b="1">
                <a:solidFill>
                  <a:srgbClr val="DC2626"/>
                </a:solidFill>
                <a:latin typeface="Calibri"/>
                <a:ea typeface="Calibri"/>
                <a:cs typeface="Calibri"/>
              </a:defRPr>
            </a:pPr>
            <a:r>
              <a:t>[FIXTURE — PRE-CANONICAL RENDER TEST]</a:t>
            </a:r>
          </a:p>
        </p:txBody>
      </p:sp>
    </p:spTree>
    <p:extLst>
      <p:ext uri="{BB962C8B-B14F-4D97-AF65-F5344CB8AC3E}">
        <p14:creationId xmlns:p14="http://schemas.microsoft.com/office/powerpoint/2010/main" val="210662381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2026-10-02T21:51:49.9030000Z</dcterms:created>
  <dcterms:modified xsi:type="dcterms:W3CDTF">2026-10-02T21:51:49.9030000Z</dcterms:modified>
</coreProperties>
</file>