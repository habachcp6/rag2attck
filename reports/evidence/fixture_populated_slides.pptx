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be8fb4fad942dd" /><Relationship Type="http://schemas.openxmlformats.org/officeDocument/2006/relationships/extended-properties" Target="/docProps/app.xml" Id="Rac0bd17580be4b49" /><Relationship Type="http://schemas.openxmlformats.org/officeDocument/2006/relationships/officeDocument" Target="/ppt/presentation.xml" Id="R568ef8f33bcc42a0" /></Relationships>
</file>

<file path=ppt/presentation.xml><?xml version="1.0" encoding="utf-8"?>
<p:presentation xmlns:p="http://schemas.openxmlformats.org/presentationml/2006/main">
  <p:sldMasterIdLst>
    <p:sldMasterId xmlns:r="http://schemas.openxmlformats.org/officeDocument/2006/relationships" id="2147483648" r:id="R274f9f041efd4180"/>
  </p:sldMasterIdLst>
  <p:notesMasterIdLst>
    <p:notesMasterId xmlns:r="http://schemas.openxmlformats.org/officeDocument/2006/relationships" r:id="R1cf397267a7c4c12"/>
  </p:notesMasterIdLst>
  <p:sldIdLst>
    <p:sldId xmlns:r="http://schemas.openxmlformats.org/officeDocument/2006/relationships" id="256" r:id="R7b0985bc4c854692"/>
    <p:sldId xmlns:r="http://schemas.openxmlformats.org/officeDocument/2006/relationships" id="257" r:id="R9d5d74b87498472a"/>
    <p:sldId xmlns:r="http://schemas.openxmlformats.org/officeDocument/2006/relationships" id="258" r:id="R96e90c8f21fa464a"/>
    <p:sldId xmlns:r="http://schemas.openxmlformats.org/officeDocument/2006/relationships" id="259" r:id="R2b76210bfe8941b6"/>
    <p:sldId xmlns:r="http://schemas.openxmlformats.org/officeDocument/2006/relationships" id="260" r:id="Rbfc407cc7299481d"/>
    <p:sldId xmlns:r="http://schemas.openxmlformats.org/officeDocument/2006/relationships" id="261" r:id="R40cbb9dd61f044d6"/>
    <p:sldId xmlns:r="http://schemas.openxmlformats.org/officeDocument/2006/relationships" id="262" r:id="Rd0a7b7c4e67f4ae0"/>
    <p:sldId xmlns:r="http://schemas.openxmlformats.org/officeDocument/2006/relationships" id="263" r:id="R1ab9cb9d156a499c"/>
    <p:sldId xmlns:r="http://schemas.openxmlformats.org/officeDocument/2006/relationships" id="264" r:id="R034e6de3c9c2426f"/>
    <p:sldId xmlns:r="http://schemas.openxmlformats.org/officeDocument/2006/relationships" id="265" r:id="R554f4ac4c32e48bd"/>
    <p:sldId xmlns:r="http://schemas.openxmlformats.org/officeDocument/2006/relationships" id="266" r:id="Rc3bbbcccbdac43fc"/>
    <p:sldId xmlns:r="http://schemas.openxmlformats.org/officeDocument/2006/relationships" id="267" r:id="Ra67ca09ad3954d5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f4006b329154ae7" /><Relationship Type="http://schemas.openxmlformats.org/officeDocument/2006/relationships/slideMaster" Target="/ppt/slideMasters/slideMaster1.xml" Id="R274f9f041efd4180" /><Relationship Type="http://schemas.openxmlformats.org/officeDocument/2006/relationships/notesMaster" Target="/ppt/notesMasters/notesMaster1.xml" Id="R1cf397267a7c4c12" /><Relationship Type="http://schemas.openxmlformats.org/officeDocument/2006/relationships/presProps" Target="/ppt/presProps.xml" Id="Rd4993d8e3ab24c0c" /><Relationship Type="http://schemas.openxmlformats.org/officeDocument/2006/relationships/viewProps" Target="/ppt/viewProps.xml" Id="Reafc27cb6b974efd" /><Relationship Type="http://schemas.openxmlformats.org/officeDocument/2006/relationships/tableStyles" Target="/ppt/tableStyles.xml" Id="R35ca39ff186e4339" /><Relationship Type="http://schemas.openxmlformats.org/officeDocument/2006/relationships/slide" Target="/ppt/slides/slide1.xml" Id="R7b0985bc4c854692" /><Relationship Type="http://schemas.openxmlformats.org/officeDocument/2006/relationships/slide" Target="/ppt/slides/slide2.xml" Id="R9d5d74b87498472a" /><Relationship Type="http://schemas.openxmlformats.org/officeDocument/2006/relationships/slide" Target="/ppt/slides/slide3.xml" Id="R96e90c8f21fa464a" /><Relationship Type="http://schemas.openxmlformats.org/officeDocument/2006/relationships/slide" Target="/ppt/slides/slide4.xml" Id="R2b76210bfe8941b6" /><Relationship Type="http://schemas.openxmlformats.org/officeDocument/2006/relationships/slide" Target="/ppt/slides/slide5.xml" Id="Rbfc407cc7299481d" /><Relationship Type="http://schemas.openxmlformats.org/officeDocument/2006/relationships/slide" Target="/ppt/slides/slide6.xml" Id="R40cbb9dd61f044d6" /><Relationship Type="http://schemas.openxmlformats.org/officeDocument/2006/relationships/slide" Target="/ppt/slides/slide7.xml" Id="Rd0a7b7c4e67f4ae0" /><Relationship Type="http://schemas.openxmlformats.org/officeDocument/2006/relationships/slide" Target="/ppt/slides/slide8.xml" Id="R1ab9cb9d156a499c" /><Relationship Type="http://schemas.openxmlformats.org/officeDocument/2006/relationships/slide" Target="/ppt/slides/slide9.xml" Id="R034e6de3c9c2426f" /><Relationship Type="http://schemas.openxmlformats.org/officeDocument/2006/relationships/slide" Target="/ppt/slides/slide10.xml" Id="R554f4ac4c32e48bd" /><Relationship Type="http://schemas.openxmlformats.org/officeDocument/2006/relationships/slide" Target="/ppt/slides/slide11.xml" Id="Rc3bbbcccbdac43fc" /><Relationship Type="http://schemas.openxmlformats.org/officeDocument/2006/relationships/slide" Target="/ppt/slides/slide12.xml" Id="Ra67ca09ad3954d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00f543c1d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0c19ffd8a7412e" /><Relationship Type="http://schemas.openxmlformats.org/officeDocument/2006/relationships/notesMaster" Target="/ppt/notesMasters/notesMaster1.xml" Id="Rb57756b07af74c77"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d4d374b5ab446d" /><Relationship Type="http://schemas.openxmlformats.org/officeDocument/2006/relationships/notesMaster" Target="/ppt/notesMasters/notesMaster1.xml" Id="Rd2c6e4075d0048f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6f24eac7bf4d65" /><Relationship Type="http://schemas.openxmlformats.org/officeDocument/2006/relationships/notesMaster" Target="/ppt/notesMasters/notesMaster1.xml" Id="Rbeb4fe717ccd49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80197eed1f241ae" /><Relationship Type="http://schemas.openxmlformats.org/officeDocument/2006/relationships/notesMaster" Target="/ppt/notesMasters/notesMaster1.xml" Id="R49f3814cb9114c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126c26abec4e71" /><Relationship Type="http://schemas.openxmlformats.org/officeDocument/2006/relationships/notesMaster" Target="/ppt/notesMasters/notesMaster1.xml" Id="R0a0c567ed3014f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8f7b255aae44e8" /><Relationship Type="http://schemas.openxmlformats.org/officeDocument/2006/relationships/notesMaster" Target="/ppt/notesMasters/notesMaster1.xml" Id="Rabc1e5b008c141c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48f1af0b1a43c0" /><Relationship Type="http://schemas.openxmlformats.org/officeDocument/2006/relationships/notesMaster" Target="/ppt/notesMasters/notesMaster1.xml" Id="R1aadc1ea001044a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c9d4ee9ee8423e" /><Relationship Type="http://schemas.openxmlformats.org/officeDocument/2006/relationships/notesMaster" Target="/ppt/notesMasters/notesMaster1.xml" Id="R90a4350b83a2444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da0f3a5c22419f" /><Relationship Type="http://schemas.openxmlformats.org/officeDocument/2006/relationships/notesMaster" Target="/ppt/notesMasters/notesMaster1.xml" Id="Rfee907c08c364aa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4fdc11c8494a3c" /><Relationship Type="http://schemas.openxmlformats.org/officeDocument/2006/relationships/notesMaster" Target="/ppt/notesMasters/notesMaster1.xml" Id="Rf92d36326cb841a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9c8810e0204872" /><Relationship Type="http://schemas.openxmlformats.org/officeDocument/2006/relationships/notesMaster" Target="/ppt/notesMasters/notesMaster1.xml" Id="Rc33bca48dd5a418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b360801a6154d31" /><Relationship Type="http://schemas.openxmlformats.org/officeDocument/2006/relationships/notesMaster" Target="/ppt/notesMasters/notesMaster1.xml" Id="Rd9bb125af57e49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a:p xmlns:a="http://schemas.openxmlformats.org/drawingml/2006/main">
            <a:r>
              <a:t>[DIAGNOSTIC TEST FIXTURE STATS] Khoảng tin cậy 95% Bootstrap (B=1000): no_rag=[0.3500, 0.6500], rag_k1=[0.3600, 0.6600], rag_k3=[0.3800, 0.6800], rag_k5=[0.4100, 0.7100], rag_k10=[0.4300, 0.7300]. Đo lường phân rã lỗi D2i độc lập: Wrong Class Rate=0.3333, Overlaps (Miss &amp; Wrong=0, Miss &amp; Prov=0, Miss &amp; Parse=0, Miss &amp; Inval=0).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(hạch toán điều kiện chuẩn $8.50 USD (dự báo 6,400 requests) [DIAGNOSTIC FIXTURE PROJECTION]),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7207060b804bf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2d80c0566ba41f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1d1cf74d2d465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d13c6f54c2b49d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c830ba9add4d9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499cb9d439342a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c25dcb1e54b0412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9603652be6c41b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409fe2de14d470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a4ffd781fabd48f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dac232d1b3446dc"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F9F4A94-91CB-424A-8A1D-FBAD73BC8BF0}"/>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B6BC5920-7CCD-429F-8057-4C38DF69F9D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89D4347-582A-4043-818F-CB3862A36D2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E8931ED-64EB-4B4A-A69F-879729F46D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22893BE-1C03-4208-9B47-9E27FAAECB9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83E4DF-7F4E-471E-A116-3BC2B2BA855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4D862CC-559D-4A60-A8F4-9383E63D505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2538781-E835-4A51-9D70-B55B5A08474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8908AF4-D5A3-4344-84B7-1AD3E8FA71B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C4AFE69-6E39-4BBE-A10E-C737A4324F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E528F2E-32AB-4A9E-ACD7-6B78CF30A70E}"/>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CB6D19D-95F1-4A92-9D60-322E9ABFDCA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7D4C5350-EB35-413C-9447-7DB87799EA2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85A5292-0144-445A-97E0-DCE845CF6A0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397089C-F506-4BD3-8088-729C4535D27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63F692C-E8A1-4DB9-91CE-D5CCA936D0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573F911-4E6D-473D-B6EF-D19010A2C092}"/>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410ED996-2753-450F-9961-A3021D16207D}"/>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894DB9DA-A6F3-422E-A2FD-77E938B82EE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C9BAFFB-0C38-4942-A0D8-EDA64D122D2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48EC67E-7B1D-432E-8E8B-5A6F0C05AE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FF73F2E-45F2-41E9-A9F5-1EA9C6B2559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4AB6ECAE-9296-4FBF-9124-6AA61A3146A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4ED0A156-ED97-42B5-BD54-0CCBFD4E0962}"/>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053A8CA3-2D02-412F-AF9E-F968628BB4EA}"/>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714C9A1A-9A27-4500-8AFA-3AE2129128DB}"/>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84858CCD-587C-4F4F-B7B1-308CD8BE72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E2A251AC-3AF5-4FAB-BF5A-F2AB82556AB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46F65EDB-B20B-4258-A2A5-ABEBF6D14D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A9F2950-6973-4B5D-A233-ADFF49E0A0A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F6DE420F-0A84-4AAE-849D-BCCE3185527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2D5DE67F-7D27-4BA3-B576-D9AD0A2E70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4E70B06-ACE7-436B-BC7C-F626B13B508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E13C16FA-BBCA-4646-8E5E-8F6B40A358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BDEAAB22-0477-4D2F-9FAE-2BAC773640E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B141AD95-DE5E-4038-8103-EA4C327DFB3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0F7A684-8AC2-4325-B980-5E7E98ADFE04}"/>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A1BCC4A-5AE3-4199-B8F7-D3B4F55ED783}"/>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8081C687-3A62-4061-A66D-BA6F120F1B9D}"/>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D16852F-FB0F-4C62-AF3A-12D8476CF53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E6F301B7-25B5-4BB5-87F7-7D408297498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2F24F8E-8F58-4C41-BCAC-06B585776A7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4E8A200-E5CF-4386-93EC-E474BB509059}"/>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4152B39F-9205-458F-B8D1-24DF06676D38}"/>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45E56CC9-9381-41E0-81A4-0B4942A2ECF9}"/>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CFEE3A6-651F-4ADE-9CF3-360EBB69520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6BB63E21-47F4-4557-AA75-0C7BACD9D59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FAD7CB1-A8B3-4FC5-8DB3-D10AF256027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6CEB976-BC5D-4254-BEF5-A29787C1CB5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F25C106-3A88-4EAA-97E0-3CC6E26F43A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909FA72-8677-4BCF-8414-F28359CD16E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6E6DAD7-B965-4170-B3C1-AD1D9035BA0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27A6FDC-F304-431E-A339-9637FB4491A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6EAEEDF-B950-48E6-8D6B-5BDE8BBA51E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0C753CE7-85E7-4073-BA4B-7C635AC1D59B}"/>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6AD8E39-26B6-42C2-90B9-03A4D0DE1F8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272AF1D7-0D75-4A18-B82A-31BA285ADB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D8F27B7-39AD-41DC-B0CD-B139F1D1C53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7d876572244adf" /><Relationship Type="http://schemas.openxmlformats.org/officeDocument/2006/relationships/slideLayout" Target="/ppt/slideLayouts/slideLayout1.xml" Id="Rbe3f4dcd868c4f91" /><Relationship Type="http://schemas.openxmlformats.org/officeDocument/2006/relationships/slideLayout" Target="/ppt/slideLayouts/slideLayout2.xml" Id="Rf1705a2f0f574639" /><Relationship Type="http://schemas.openxmlformats.org/officeDocument/2006/relationships/slideLayout" Target="/ppt/slideLayouts/slideLayout3.xml" Id="Rfbd564c9f1d94404" /><Relationship Type="http://schemas.openxmlformats.org/officeDocument/2006/relationships/slideLayout" Target="/ppt/slideLayouts/slideLayout4.xml" Id="R2e0156205a89419b" /><Relationship Type="http://schemas.openxmlformats.org/officeDocument/2006/relationships/slideLayout" Target="/ppt/slideLayouts/slideLayout5.xml" Id="Rd87eb4e560e34a58" /><Relationship Type="http://schemas.openxmlformats.org/officeDocument/2006/relationships/slideLayout" Target="/ppt/slideLayouts/slideLayout6.xml" Id="R157e5c00cf6f4b4e" /><Relationship Type="http://schemas.openxmlformats.org/officeDocument/2006/relationships/slideLayout" Target="/ppt/slideLayouts/slideLayout7.xml" Id="R3485bf098ba94de7" /><Relationship Type="http://schemas.openxmlformats.org/officeDocument/2006/relationships/slideLayout" Target="/ppt/slideLayouts/slideLayout8.xml" Id="R4bd5eda1ee5146f4" /><Relationship Type="http://schemas.openxmlformats.org/officeDocument/2006/relationships/slideLayout" Target="/ppt/slideLayouts/slideLayout9.xml" Id="R2b061fe7302943d7" /><Relationship Type="http://schemas.openxmlformats.org/officeDocument/2006/relationships/slideLayout" Target="/ppt/slideLayouts/slideLayout10.xml" Id="R1ed700f4b8b64f8e" /><Relationship Type="http://schemas.openxmlformats.org/officeDocument/2006/relationships/slideLayout" Target="/ppt/slideLayouts/slideLayout11.xml" Id="R9cb67aea190d405c"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625D702C-E895-466C-8454-3D8EDB1373FB}"/>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CC29110E-DAC7-4A06-A0E0-EA23312FB55A}"/>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1045C35-1C2C-4964-9984-3A90ACE9D0B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31A3CAA-3232-47D7-A378-AEB0CFB836F4}"/>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201BFAD-5481-417D-A24A-D39DAD915346}"/>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3f4dcd868c4f91"/>
    <p:sldLayoutId xmlns:r="http://schemas.openxmlformats.org/officeDocument/2006/relationships" id="2147483650" r:id="Rf1705a2f0f574639"/>
    <p:sldLayoutId xmlns:r="http://schemas.openxmlformats.org/officeDocument/2006/relationships" id="2147483651" r:id="Rfbd564c9f1d94404"/>
    <p:sldLayoutId xmlns:r="http://schemas.openxmlformats.org/officeDocument/2006/relationships" id="2147483652" r:id="R2e0156205a89419b"/>
    <p:sldLayoutId xmlns:r="http://schemas.openxmlformats.org/officeDocument/2006/relationships" id="2147483653" r:id="Rd87eb4e560e34a58"/>
    <p:sldLayoutId xmlns:r="http://schemas.openxmlformats.org/officeDocument/2006/relationships" id="2147483654" r:id="R157e5c00cf6f4b4e"/>
    <p:sldLayoutId xmlns:r="http://schemas.openxmlformats.org/officeDocument/2006/relationships" id="2147483655" r:id="R3485bf098ba94de7"/>
    <p:sldLayoutId xmlns:r="http://schemas.openxmlformats.org/officeDocument/2006/relationships" id="2147483656" r:id="R4bd5eda1ee5146f4"/>
    <p:sldLayoutId xmlns:r="http://schemas.openxmlformats.org/officeDocument/2006/relationships" id="2147483657" r:id="R2b061fe7302943d7"/>
    <p:sldLayoutId xmlns:r="http://schemas.openxmlformats.org/officeDocument/2006/relationships" id="2147483658" r:id="R1ed700f4b8b64f8e"/>
    <p:sldLayoutId xmlns:r="http://schemas.openxmlformats.org/officeDocument/2006/relationships" id="2147483659" r:id="R9cb67aea190d405c"/>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82f1d7af79ba4b54" /><Relationship Type="http://schemas.openxmlformats.org/officeDocument/2006/relationships/notesSlide" Target="/ppt/notesSlides/notesSlide1.xml" Id="R2b7a9fee294647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ebd7dddcacd4b78" /><Relationship Type="http://schemas.openxmlformats.org/officeDocument/2006/relationships/notesSlide" Target="/ppt/notesSlides/notesSlide2.xml" Id="Rfe873f428bda4a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429e698e7aee473a" /><Relationship Type="http://schemas.openxmlformats.org/officeDocument/2006/relationships/notesSlide" Target="/ppt/notesSlides/notesSlide3.xml" Id="Red7ea8b8b2ae45cd"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4883a3fb24f454b" /><Relationship Type="http://schemas.openxmlformats.org/officeDocument/2006/relationships/notesSlide" Target="/ppt/notesSlides/notesSlide4.xml" Id="R8a64e2e8d5ae4f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2151a75f116641eb" /><Relationship Type="http://schemas.openxmlformats.org/officeDocument/2006/relationships/notesSlide" Target="/ppt/notesSlides/notesSlide5.xml" Id="R39cbd4043c6c47b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cad5792ee97849e6" /><Relationship Type="http://schemas.openxmlformats.org/officeDocument/2006/relationships/image" Target="/ppt/media/image.png" Id="Rdc4afde5397a4944" /><Relationship Type="http://schemas.openxmlformats.org/officeDocument/2006/relationships/notesSlide" Target="/ppt/notesSlides/notesSlide6.xml" Id="R20634895d1e545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4de4034a7a1b4294" /><Relationship Type="http://schemas.openxmlformats.org/officeDocument/2006/relationships/notesSlide" Target="/ppt/notesSlides/notesSlide7.xml" Id="R021dfe3dbd854b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7e69d0b2bc6642f2" /><Relationship Type="http://schemas.openxmlformats.org/officeDocument/2006/relationships/notesSlide" Target="/ppt/notesSlides/notesSlide8.xml" Id="R491308cd0bef47cf"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954ea879189843f2" /><Relationship Type="http://schemas.openxmlformats.org/officeDocument/2006/relationships/image" Target="/ppt/media/image2.png" Id="R3294023274504ede" /><Relationship Type="http://schemas.openxmlformats.org/officeDocument/2006/relationships/notesSlide" Target="/ppt/notesSlides/notesSlide9.xml" Id="R8e79abf8fc4a4c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46d3eb4b41444544" /><Relationship Type="http://schemas.openxmlformats.org/officeDocument/2006/relationships/notesSlide" Target="/ppt/notesSlides/notesSlide10.xml" Id="Re2a545fbdeb94f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0af72695fd5d4cd4" /><Relationship Type="http://schemas.openxmlformats.org/officeDocument/2006/relationships/notesSlide" Target="/ppt/notesSlides/notesSlide11.xml" Id="Re434c0f8fa7b48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a51049c7023344f7" /><Relationship Type="http://schemas.openxmlformats.org/officeDocument/2006/relationships/notesSlide" Target="/ppt/notesSlides/notesSlide12.xml" Id="R62fc0a8c5bc747c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A9204AE-B44C-47CC-BEA4-26E4E3E74C0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5E43A13-1DE5-4391-939E-9025D902AA84}"/>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78FB1B37-9628-434E-8048-51DD12CF87AE}"/>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24441354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A4B2E8A-C325-4057-BAB3-D5FFF0CF62A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CE03106-B560-43A8-A9AF-7F7F5845715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F304F0B-1A31-49FC-84ED-692D6917F3B0}"/>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571EC1B-59FC-452C-90E5-BA28E4A6543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B4B57932-A5E0-4B7D-BBF3-66DB06765B03}"/>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899434D0-6C6B-4A15-A6C8-26C02405A339}"/>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A9EC9C70-3BB2-40A4-82F2-0F4B239262F8}"/>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26ED784-724F-42CA-A92B-565963133B88}"/>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458BEC26-9F73-4968-A030-D41DB66166CA}"/>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910595E-8F41-4672-9DAC-0B78E7B7340E}"/>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47133030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945D280-3EA2-4684-94C7-7FA2DAB11EE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913BE19-3874-4D5D-B16F-0C5B42DBB4F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0B240B6-4E10-4086-B218-59811802BF6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7701E11-A20C-41CA-8551-68CBB9200DE5}"/>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5352DBAA-2331-4BF3-A67B-40BEAF3D8E22}"/>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C08CAB5D-06FB-4615-AAEE-B83F3BEDC582}"/>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E799EC59-EC16-41D4-80E9-8D9F5D7F42E3}"/>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CE00759-1533-497E-A038-2351BC7304C9}"/>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750C903F-9180-4980-A063-EDAE1AD13422}"/>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7CCBD16D-CF08-4239-88C2-EC146920739E}"/>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18361808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C5A468A-0FD3-45A3-99B1-BA404CA1127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7F4E103-0AC1-4C8C-A728-A1FBE56C3B8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3D4ABD5-44C4-459F-9EF7-EC559152161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6B05412-064D-417E-AA2F-86C1F06671C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A044DEB2-B7DA-485B-A509-5F184A698B72}"/>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4D9B79DA-3037-436A-A9A5-3427A9792617}"/>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DFF7E8D4-1B00-4D8A-B7A3-F39B1AD04CB8}"/>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9A495E4-B1F0-4D34-8B04-8EBBF3F3F711}"/>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98684322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EC47524-EA3F-41C6-B2A9-59FBC50C087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62C4A4D-C0A2-4A6E-99E7-8BE3361ED4E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819784A-AC14-4CB4-9DBD-7424D81B2EB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F52ED6E-ECC4-4FD2-A0B7-938676022EDF}"/>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893AFBA4-CA38-4FDF-8A4E-CEDD32B5A8FD}"/>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CC7091F-8DD6-4C66-A31C-2F632710A9E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1E20B6B2-AD7A-4496-9D9D-F4BC566B12E2}"/>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5F6BF4A8-58DE-4A4E-B8A6-5569E8D01AC1}"/>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6956119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87F6725-EFB1-46C9-B912-06E34D3C853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7742F69-8437-483B-9C0A-A9E0E60D057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E758038-14C0-49DE-BB7B-231861C04FF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0DBE2EF-6C72-4AD4-B953-C1DBE3BCDBA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C340242C-EFE5-438F-9B58-E8E98836254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B2E5F24-7D14-42D7-ACF5-CDC507B3270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dc4afde5397a4944"/>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E875D768-1322-4A3F-B390-93D0D3C63359}"/>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58D8B798-5532-4F00-8CB5-DD0B8FA71F60}"/>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70081631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E7A11C3-71DA-47E7-9CFD-64761BC88CD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2B3E492-F997-44FF-A0BD-A7CF2A584D4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0C4AE07-E9DB-44B8-AA86-D7ADB66B8B4B}"/>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F5F5FAB7-D8A0-44A4-8D9B-9DFC238B38A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9204241B-FD45-4D46-A329-06C43640664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264965E-9E8B-4421-95B2-0185A7513CC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9A7BAFB5-05B0-4C18-8B2A-34483271FF5B}"/>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C3D3527-44DA-4123-AAB6-BEC85B92C9B1}"/>
              </a:ext>
            </a:extLst>
          </p:cNvPr>
          <p:cNvSpPr>
            <a:spLocks xmlns:a="http://schemas.openxmlformats.org/drawingml/2006/main" noGrp="1"/>
          </p:cNvSpPr>
          <p:nvPr/>
        </p:nvSpPr>
        <p:spPr>
          <a:xfrm xmlns:a="http://schemas.openxmlformats.org/drawingml/2006/main">
            <a:off x="6430975" y="1344168"/>
            <a:ext cx="4846320" cy="51587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
  • Diagnostic Cohort Pairwise Comparison (n=718 views across 440 clusters):
    • Marginal Views: Single-event Acc = 0.5000 vs Contextual-event Acc = 0.5000 (Delta = +0.0000)
    • Paired Cohort (278 complete pairs): Single Acc = 0.5000 vs Context Acc = 0.5000 (Delta = +0.00 pp)
    • Pair Concordance: Both Correct = 139, Single-only Correct = 0, Context-only Correct = 0, Both Incorrect = 139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204430199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540B0ED-E1FC-45F7-B4B3-E666D12FC96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3BC546D6-D1C3-4FFB-AA12-3E189D1C82E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E26E1B9A-20B6-4630-9044-768A03989CF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8265557-8535-463D-8E29-F92635A228E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A9A49EB8-901F-46BA-B78C-2273A64857A8}"/>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65EEACD-694B-4BDF-9B37-BEC9C4F9B6A6}"/>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F33D9A35-7A4E-4ADB-BD55-AEA3C6AB5B2E}"/>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EF697E1-27A7-4EAA-AD68-AA1E01883E88}"/>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6D9CFD45-AB27-44A3-B2BE-185304864318}"/>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EE48DA2-A75A-4546-AE0D-B3BAFC6D0727}"/>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95% CI: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19620651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31751-03FD-4EFE-B94F-2834555A2C6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BCDB3E6-6731-4AEC-B3FD-3F21354D6B9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0D4F9AE-8432-4412-9CD9-6460E8B9E2E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452D14D-DED0-45F9-A573-0E45748C3830}"/>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D351161A-D771-4537-8987-98ACD66D49E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BF024B9A-639A-42A4-866F-3548F17D6736}"/>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no_rag: trễ trung vị 7.89s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rag_k10: trễ trung vị 9.90s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Hạch toán toàn thể điều kiện chuẩn (Canonical Total): 8.50 USD (dự phóng ma trận 6,400 requests).</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Ngân sách chưa cam kết còn lại (Net Remaining): 11.44 USD.</a:t>
            </a:r>
          </a:p>
          <a:p xmlns:a="http://schemas.openxmlformats.org/drawingml/2006/main">
            <a:pPr>
              <a:spcBef>
                <a:spcPts val="200"/>
              </a:spcBef>
              <a:buNone/>
              <a:defRPr sz="1050">
                <a:solidFill>
                  <a:srgbClr val="0F172A"/>
                </a:solidFill>
                <a:latin typeface="Calibri"/>
                <a:ea typeface="Calibri"/>
                <a:cs typeface="Calibri"/>
              </a:defRPr>
            </a:pPr>
            <a:r>
              <a:rPr sz="825">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3294023274504ede"/>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919AC1F1-15AD-437A-816A-8FF2C21A7D5E}"/>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3A1128B3-9AE8-476B-99FA-544C3534B63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94516418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5079CB4-1562-48AF-805F-F2F248CF8D3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54B5928-703C-4EC3-98F4-D4698C52D59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A5320BD-72D3-4D60-A1EC-134923C0CFB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17267DC-CFEE-49B1-B5B0-7F0688BC172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2432E737-76BA-49D1-B8F5-0FE0564FA169}"/>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6C169C2-E485-4C82-B023-D25CB28DFA8C}"/>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9A007036-B3AF-4926-9FA2-CFE5C211E851}"/>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4FDB06D-4BAA-4085-83C3-82BD67687E6A}"/>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FBA861AD-D277-47CF-99F2-E4169E665547}"/>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04A546D-B3D7-4169-8470-8A6B6D6B056E}"/>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211273999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E5461AB-EB93-48CE-A6C9-D1FC9AB412B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3204BBF-9954-4F0E-B24C-40CC1657570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EE2794B3-112F-4183-AF1F-1AE2AECF551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D50A6C4-BF56-410F-96B7-C62D23FC213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AD1D43EC-AECC-4B33-A7A5-D0D6BC00FCA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193F931-9650-414E-914E-DE16A6607D56}"/>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4D4FC0A7-964A-440B-BE37-4E3DBF8804A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6C76F78-7A4E-4717-B726-328777A2B9A2}"/>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73231330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1E1CC92-CE88-476F-8AA9-8165F085B08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66F51BC-9D15-402E-B40D-BD290E01F4BD}"/>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0F952296-647E-4FD3-A1AE-B288C4FB60D9}"/>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111789060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2026-10-02T04:37:15.6830000Z</dcterms:created>
  <dcterms:modified xsi:type="dcterms:W3CDTF">2026-10-02T04:37:15.6830000Z</dcterms:modified>
</coreProperties>
</file>