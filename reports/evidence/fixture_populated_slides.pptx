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c124f0c92de49d1" /><Relationship Type="http://schemas.openxmlformats.org/officeDocument/2006/relationships/extended-properties" Target="/docProps/app.xml" Id="R40ee51f0e9944e15" /><Relationship Type="http://schemas.openxmlformats.org/officeDocument/2006/relationships/officeDocument" Target="/ppt/presentation.xml" Id="R56c1927b53754f32" /></Relationships>
</file>

<file path=ppt/presentation.xml><?xml version="1.0" encoding="utf-8"?>
<p:presentation xmlns:p="http://schemas.openxmlformats.org/presentationml/2006/main">
  <p:sldMasterIdLst>
    <p:sldMasterId xmlns:r="http://schemas.openxmlformats.org/officeDocument/2006/relationships" id="2147483648" r:id="R8d6b25893e074af4"/>
  </p:sldMasterIdLst>
  <p:notesMasterIdLst>
    <p:notesMasterId xmlns:r="http://schemas.openxmlformats.org/officeDocument/2006/relationships" r:id="Rad28c68a257e481d"/>
  </p:notesMasterIdLst>
  <p:sldIdLst>
    <p:sldId xmlns:r="http://schemas.openxmlformats.org/officeDocument/2006/relationships" id="256" r:id="R42c6b823cba44af3"/>
    <p:sldId xmlns:r="http://schemas.openxmlformats.org/officeDocument/2006/relationships" id="257" r:id="R5b958a0c8de742fd"/>
    <p:sldId xmlns:r="http://schemas.openxmlformats.org/officeDocument/2006/relationships" id="258" r:id="R4a5372163aa34f5d"/>
    <p:sldId xmlns:r="http://schemas.openxmlformats.org/officeDocument/2006/relationships" id="259" r:id="Ra6cb1bd6c3f74bda"/>
    <p:sldId xmlns:r="http://schemas.openxmlformats.org/officeDocument/2006/relationships" id="260" r:id="Rdb84edd8bf884405"/>
    <p:sldId xmlns:r="http://schemas.openxmlformats.org/officeDocument/2006/relationships" id="261" r:id="Rff628730bb8347dd"/>
    <p:sldId xmlns:r="http://schemas.openxmlformats.org/officeDocument/2006/relationships" id="262" r:id="R4a7be51562d84fa7"/>
    <p:sldId xmlns:r="http://schemas.openxmlformats.org/officeDocument/2006/relationships" id="263" r:id="R435a1c5cad2d4ecd"/>
    <p:sldId xmlns:r="http://schemas.openxmlformats.org/officeDocument/2006/relationships" id="264" r:id="Rd57917a01a2042d3"/>
    <p:sldId xmlns:r="http://schemas.openxmlformats.org/officeDocument/2006/relationships" id="265" r:id="R8779158fe52f4724"/>
    <p:sldId xmlns:r="http://schemas.openxmlformats.org/officeDocument/2006/relationships" id="266" r:id="R060768c3dbed4d8c"/>
    <p:sldId xmlns:r="http://schemas.openxmlformats.org/officeDocument/2006/relationships" id="267" r:id="Rc73977ae20f7430e"/>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1785b82a2714d8e" /><Relationship Type="http://schemas.openxmlformats.org/officeDocument/2006/relationships/slideMaster" Target="/ppt/slideMasters/slideMaster1.xml" Id="R8d6b25893e074af4" /><Relationship Type="http://schemas.openxmlformats.org/officeDocument/2006/relationships/notesMaster" Target="/ppt/notesMasters/notesMaster1.xml" Id="Rad28c68a257e481d" /><Relationship Type="http://schemas.openxmlformats.org/officeDocument/2006/relationships/presProps" Target="/ppt/presProps.xml" Id="R9fd234f27b9b470a" /><Relationship Type="http://schemas.openxmlformats.org/officeDocument/2006/relationships/viewProps" Target="/ppt/viewProps.xml" Id="R0f455ce7dd744e56" /><Relationship Type="http://schemas.openxmlformats.org/officeDocument/2006/relationships/tableStyles" Target="/ppt/tableStyles.xml" Id="Rf60665a5ccd748f7" /><Relationship Type="http://schemas.openxmlformats.org/officeDocument/2006/relationships/slide" Target="/ppt/slides/slide1.xml" Id="R42c6b823cba44af3" /><Relationship Type="http://schemas.openxmlformats.org/officeDocument/2006/relationships/slide" Target="/ppt/slides/slide2.xml" Id="R5b958a0c8de742fd" /><Relationship Type="http://schemas.openxmlformats.org/officeDocument/2006/relationships/slide" Target="/ppt/slides/slide3.xml" Id="R4a5372163aa34f5d" /><Relationship Type="http://schemas.openxmlformats.org/officeDocument/2006/relationships/slide" Target="/ppt/slides/slide4.xml" Id="Ra6cb1bd6c3f74bda" /><Relationship Type="http://schemas.openxmlformats.org/officeDocument/2006/relationships/slide" Target="/ppt/slides/slide5.xml" Id="Rdb84edd8bf884405" /><Relationship Type="http://schemas.openxmlformats.org/officeDocument/2006/relationships/slide" Target="/ppt/slides/slide6.xml" Id="Rff628730bb8347dd" /><Relationship Type="http://schemas.openxmlformats.org/officeDocument/2006/relationships/slide" Target="/ppt/slides/slide7.xml" Id="R4a7be51562d84fa7" /><Relationship Type="http://schemas.openxmlformats.org/officeDocument/2006/relationships/slide" Target="/ppt/slides/slide8.xml" Id="R435a1c5cad2d4ecd" /><Relationship Type="http://schemas.openxmlformats.org/officeDocument/2006/relationships/slide" Target="/ppt/slides/slide9.xml" Id="Rd57917a01a2042d3" /><Relationship Type="http://schemas.openxmlformats.org/officeDocument/2006/relationships/slide" Target="/ppt/slides/slide10.xml" Id="R8779158fe52f4724" /><Relationship Type="http://schemas.openxmlformats.org/officeDocument/2006/relationships/slide" Target="/ppt/slides/slide11.xml" Id="R060768c3dbed4d8c" /><Relationship Type="http://schemas.openxmlformats.org/officeDocument/2006/relationships/slide" Target="/ppt/slides/slide12.xml" Id="Rc73977ae20f743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7cd25020f54c5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a21b4c93ac4b30" /><Relationship Type="http://schemas.openxmlformats.org/officeDocument/2006/relationships/notesMaster" Target="/ppt/notesMasters/notesMaster1.xml" Id="R8b0b37e9f0f048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025e05cb7043cb" /><Relationship Type="http://schemas.openxmlformats.org/officeDocument/2006/relationships/notesMaster" Target="/ppt/notesMasters/notesMaster1.xml" Id="R8cc220f1758e4d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62ba77ef62f40ef" /><Relationship Type="http://schemas.openxmlformats.org/officeDocument/2006/relationships/notesMaster" Target="/ppt/notesMasters/notesMaster1.xml" Id="Rd8fdc1d61ea040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00855524c447fd" /><Relationship Type="http://schemas.openxmlformats.org/officeDocument/2006/relationships/notesMaster" Target="/ppt/notesMasters/notesMaster1.xml" Id="Rfb8723441736437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c57309d41a94d72" /><Relationship Type="http://schemas.openxmlformats.org/officeDocument/2006/relationships/notesMaster" Target="/ppt/notesMasters/notesMaster1.xml" Id="R6748f80275434d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2e797f41645420c" /><Relationship Type="http://schemas.openxmlformats.org/officeDocument/2006/relationships/notesMaster" Target="/ppt/notesMasters/notesMaster1.xml" Id="Rd9ff8fc1c3d346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08991afcfe4b5f" /><Relationship Type="http://schemas.openxmlformats.org/officeDocument/2006/relationships/notesMaster" Target="/ppt/notesMasters/notesMaster1.xml" Id="Rb0d96d16dae741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6ac65b5f8d458e" /><Relationship Type="http://schemas.openxmlformats.org/officeDocument/2006/relationships/notesMaster" Target="/ppt/notesMasters/notesMaster1.xml" Id="R87d90ac1a65a4ed2"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c6002a613649c1" /><Relationship Type="http://schemas.openxmlformats.org/officeDocument/2006/relationships/notesMaster" Target="/ppt/notesMasters/notesMaster1.xml" Id="Re218e441144942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6241939f09a4572" /><Relationship Type="http://schemas.openxmlformats.org/officeDocument/2006/relationships/notesMaster" Target="/ppt/notesMasters/notesMaster1.xml" Id="Rb017776b1979450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55dd9fedd3d40a9" /><Relationship Type="http://schemas.openxmlformats.org/officeDocument/2006/relationships/notesMaster" Target="/ppt/notesMasters/notesMaster1.xml" Id="Rf55fba0682a4412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da28a1ce854f09" /><Relationship Type="http://schemas.openxmlformats.org/officeDocument/2006/relationships/notesMaster" Target="/ppt/notesMasters/notesMaster1.xml" Id="Rd18e34a0906b4ac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[DIAGNOSTIC TEST FIXTURE ONLY - NOT CANONICAL NUMERICAL RESULTS]; kết quả đối chứng trên diagnostic cohort (n=718 views across 440 clusters) ghi nhận quan sát mô tả độc lập.</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thể gán đúng khi thiếu ngữ cảnh truy xuất (không giả định năng lực tự sửa sai nội tại).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($8.20 – $8.99 USD cho 6,400 requests),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57e1b71683413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a1acd7aa7b54de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2e76301b6f3428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1e7c4585b21446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49763c197eb417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dae1774c7814634"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23204df1c1d491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fa10a6dd9ae4a55"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c21f926d42524f1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7210ea60d384b0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1383e275dfa846db"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133F466-B639-41BC-8ACC-FAE823FC8C4D}"/>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DA373217-AB0A-49A7-B904-4696B4DFED5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0580FEB-F164-4CCC-8032-E45F321DA26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FF2872C-0A5E-44B5-8891-AE35E6F4A67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37C316B-7131-4A4E-9ED5-69903DD69BC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AA9D3DC-D92A-4836-B460-50FC688DB91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AE5AB4E-EAB4-4A5B-980C-3B2F32E37BA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B2AF3671-6169-41CA-BA67-44B599A3F2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BE774CD-FCED-47ED-91D9-9347105ED8A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9332BA4-793E-474B-8560-DACFB220136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3EA7274-B8E5-4B4B-ADC5-6DB26AC0D3E7}"/>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84D2F316-EC02-41E3-BBDE-050400B34E6D}"/>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6C325968-D9F3-4DA4-8CD8-1223698BC0E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90FE396-4D15-46D1-AE80-C807C5DC9CB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3A3FFC4-CF92-4D2A-8A3C-E8523763A8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EDC5D-F0D4-4209-BDA4-B9D9DFD3E30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1C7CF480-57F1-453C-9B6C-BCDDEE0EA60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5883344A-9CF3-4539-856B-FB11292D8E0A}"/>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012FE445-5E05-48AE-81BC-7A2ACCC731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D79F8EFE-D762-48F9-BBDC-262DF99C6C0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DCA9C43-32C1-4D9E-A7B1-BD5A40A23D6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FDAED5-4B53-4AE8-882E-6E277E23B7B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F79BE1E1-AD4C-4127-B8A1-D7412A120124}"/>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82285AE6-3FA2-491A-9966-C5B4F03D8743}"/>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250DB89-0C43-4101-BBD3-0C4E7FB6028C}"/>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4DBA596F-29F1-428F-904D-8699B0790ECA}"/>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CEE2D3D0-9215-4EAF-88E5-88F811DFE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7A83A992-49F2-42BE-B219-D34FBB703C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B632F2B8-B245-4E0D-9443-FBDCA661AB2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93E1C0B-8698-49B7-B9E6-3A1CDD58586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7ED8F34-FDB4-4938-BEE9-07B8E15B8C8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8E7D0772-4796-4BF3-AFE8-9E9F1AB984E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F53A675C-9509-4E38-8268-A0A2EE8F472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B290794-0FD3-44A0-94F6-ECB0D589398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F5E61D68-4944-40BE-9049-59B5333A6A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E290B1D7-42FC-42CC-95BF-AE973818EB2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6B77538-8A66-4F05-A1B9-D7F591020720}"/>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58153D6-5207-418F-99AE-DB5BE657C9AA}"/>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C9A0B03A-B9FB-48AE-8B68-CFF68421FDCF}"/>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D56352C-F680-4128-A7A8-299C839E6B8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7E7DCF77-319C-4051-8718-4463A7AEFC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F4D9C68-C95D-4D81-A048-F28F04D2BF1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5C862B3-81FA-46FE-9237-86811C51A94A}"/>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779183DC-7EDB-4B20-B78D-927482FD686F}"/>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33B1BC80-21E0-4F34-8437-FD301269BBF6}"/>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A29C85A6-A25F-4037-B447-115BF41CA24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9930E315-EED6-4EA0-9FF5-4736C7929A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C637C4E-F129-4F46-BF28-64E2DD128D8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AC86A5F-9017-43EB-8A8C-2090B226599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47F06A0B-3CCB-4B68-AD43-D02B5E88FC73}"/>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B4B8FE75-78D7-4ACE-B284-2116E4DC226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5452CF7-DE64-4678-AC53-A9B9BA13FA4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FA67FAB-BBC6-4EFE-ACF3-82EB5BBDB7A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89CF581A-5C2A-4CC0-A77B-A20ADD18B5E8}"/>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5EEF56B-CEE6-4008-BECA-30F618CAE9B4}"/>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559B771-4A62-4E27-BF8A-4FFDBFB528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451B23B1-FF4D-49AE-A67A-1573AB962FB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0DF5C2A-919B-4E54-88EC-64291610450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bd923b30294749" /><Relationship Type="http://schemas.openxmlformats.org/officeDocument/2006/relationships/slideLayout" Target="/ppt/slideLayouts/slideLayout1.xml" Id="Rcee08fda37f045c6" /><Relationship Type="http://schemas.openxmlformats.org/officeDocument/2006/relationships/slideLayout" Target="/ppt/slideLayouts/slideLayout2.xml" Id="R36791f7eeb2e4dcf" /><Relationship Type="http://schemas.openxmlformats.org/officeDocument/2006/relationships/slideLayout" Target="/ppt/slideLayouts/slideLayout3.xml" Id="Rcab5b21f4fc6489b" /><Relationship Type="http://schemas.openxmlformats.org/officeDocument/2006/relationships/slideLayout" Target="/ppt/slideLayouts/slideLayout4.xml" Id="Rac861a4775e14913" /><Relationship Type="http://schemas.openxmlformats.org/officeDocument/2006/relationships/slideLayout" Target="/ppt/slideLayouts/slideLayout5.xml" Id="Ra503fe8c42294942" /><Relationship Type="http://schemas.openxmlformats.org/officeDocument/2006/relationships/slideLayout" Target="/ppt/slideLayouts/slideLayout6.xml" Id="Rf1fbbcf196c34e8d" /><Relationship Type="http://schemas.openxmlformats.org/officeDocument/2006/relationships/slideLayout" Target="/ppt/slideLayouts/slideLayout7.xml" Id="R4efa0766c79d49ba" /><Relationship Type="http://schemas.openxmlformats.org/officeDocument/2006/relationships/slideLayout" Target="/ppt/slideLayouts/slideLayout8.xml" Id="Ree8d71ff7b8042a2" /><Relationship Type="http://schemas.openxmlformats.org/officeDocument/2006/relationships/slideLayout" Target="/ppt/slideLayouts/slideLayout9.xml" Id="R0634b1ee1cf44fd1" /><Relationship Type="http://schemas.openxmlformats.org/officeDocument/2006/relationships/slideLayout" Target="/ppt/slideLayouts/slideLayout10.xml" Id="R7a2db39534734c15" /><Relationship Type="http://schemas.openxmlformats.org/officeDocument/2006/relationships/slideLayout" Target="/ppt/slideLayouts/slideLayout11.xml" Id="R7fa461af172741a9"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CD6DF1E-9BC0-49D1-817A-87D81EAF2FFF}"/>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9970E215-33B6-47F0-B301-2F166D27808D}"/>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0971FA2-06F4-46C9-AA6D-D5DB77EEEC4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7211908E-1A9A-4654-9BCE-853212201D1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638E421-4D94-4DF3-8CCE-F05D679D2E1E}"/>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e08fda37f045c6"/>
    <p:sldLayoutId xmlns:r="http://schemas.openxmlformats.org/officeDocument/2006/relationships" id="2147483650" r:id="R36791f7eeb2e4dcf"/>
    <p:sldLayoutId xmlns:r="http://schemas.openxmlformats.org/officeDocument/2006/relationships" id="2147483651" r:id="Rcab5b21f4fc6489b"/>
    <p:sldLayoutId xmlns:r="http://schemas.openxmlformats.org/officeDocument/2006/relationships" id="2147483652" r:id="Rac861a4775e14913"/>
    <p:sldLayoutId xmlns:r="http://schemas.openxmlformats.org/officeDocument/2006/relationships" id="2147483653" r:id="Ra503fe8c42294942"/>
    <p:sldLayoutId xmlns:r="http://schemas.openxmlformats.org/officeDocument/2006/relationships" id="2147483654" r:id="Rf1fbbcf196c34e8d"/>
    <p:sldLayoutId xmlns:r="http://schemas.openxmlformats.org/officeDocument/2006/relationships" id="2147483655" r:id="R4efa0766c79d49ba"/>
    <p:sldLayoutId xmlns:r="http://schemas.openxmlformats.org/officeDocument/2006/relationships" id="2147483656" r:id="Ree8d71ff7b8042a2"/>
    <p:sldLayoutId xmlns:r="http://schemas.openxmlformats.org/officeDocument/2006/relationships" id="2147483657" r:id="R0634b1ee1cf44fd1"/>
    <p:sldLayoutId xmlns:r="http://schemas.openxmlformats.org/officeDocument/2006/relationships" id="2147483658" r:id="R7a2db39534734c15"/>
    <p:sldLayoutId xmlns:r="http://schemas.openxmlformats.org/officeDocument/2006/relationships" id="2147483659" r:id="R7fa461af172741a9"/>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c85b68d8974f409c" /><Relationship Type="http://schemas.openxmlformats.org/officeDocument/2006/relationships/notesSlide" Target="/ppt/notesSlides/notesSlide1.xml" Id="R37b42a18484448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84664f1be404470c" /><Relationship Type="http://schemas.openxmlformats.org/officeDocument/2006/relationships/notesSlide" Target="/ppt/notesSlides/notesSlide2.xml" Id="R0aba110dc18749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6ce0984fb0c1403c" /><Relationship Type="http://schemas.openxmlformats.org/officeDocument/2006/relationships/notesSlide" Target="/ppt/notesSlides/notesSlide3.xml" Id="R24092923a66d41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ef2290f8aad4584" /><Relationship Type="http://schemas.openxmlformats.org/officeDocument/2006/relationships/notesSlide" Target="/ppt/notesSlides/notesSlide4.xml" Id="R17faa7e35efb42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a1c0b3c9a561417e" /><Relationship Type="http://schemas.openxmlformats.org/officeDocument/2006/relationships/notesSlide" Target="/ppt/notesSlides/notesSlide5.xml" Id="R705019025a9f4099"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d2dbf47b7f41447d" /><Relationship Type="http://schemas.openxmlformats.org/officeDocument/2006/relationships/image" Target="/ppt/media/image.png" Id="R291386277bea42d7" /><Relationship Type="http://schemas.openxmlformats.org/officeDocument/2006/relationships/notesSlide" Target="/ppt/notesSlides/notesSlide6.xml" Id="Rd6835a22d5c74c6f"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1e136e09ef60462c" /><Relationship Type="http://schemas.openxmlformats.org/officeDocument/2006/relationships/notesSlide" Target="/ppt/notesSlides/notesSlide7.xml" Id="R69f1c94a61c04c9f"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1a186edd05904ecf" /><Relationship Type="http://schemas.openxmlformats.org/officeDocument/2006/relationships/notesSlide" Target="/ppt/notesSlides/notesSlide8.xml" Id="Rb2a93d1e0d3141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961fb3b2ee794b86" /><Relationship Type="http://schemas.openxmlformats.org/officeDocument/2006/relationships/image" Target="/ppt/media/image2.png" Id="R4d1c071bb1004aee" /><Relationship Type="http://schemas.openxmlformats.org/officeDocument/2006/relationships/notesSlide" Target="/ppt/notesSlides/notesSlide9.xml" Id="Rad4d2269470f4d0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0fab15fa973f414e" /><Relationship Type="http://schemas.openxmlformats.org/officeDocument/2006/relationships/notesSlide" Target="/ppt/notesSlides/notesSlide10.xml" Id="R6f521751dd944a2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80f72378edd74e59" /><Relationship Type="http://schemas.openxmlformats.org/officeDocument/2006/relationships/notesSlide" Target="/ppt/notesSlides/notesSlide11.xml" Id="Rb1cf03a6a47b4b3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653dd4095ffd4b0c" /><Relationship Type="http://schemas.openxmlformats.org/officeDocument/2006/relationships/notesSlide" Target="/ppt/notesSlides/notesSlide12.xml" Id="R29fb31e5badc462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0DBA1F5-EDAD-49E2-BEF0-0A387BA1273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EF05680-7F28-4037-AAD0-1330D6D18E97}"/>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7039D2C1-E2AF-42AB-B240-3A507C7378F3}"/>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202893142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CFD2998-13E2-4E2A-B29F-4B57AC0E727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D726062E-DFB9-4844-BBE5-EB0EFBE1959C}"/>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9CB8954-CE97-4062-BBD2-A32747E89514}"/>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9E63F22-0F57-48DD-B138-B2ADFF331DAA}"/>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87EC5E4D-1D46-4EC2-83FF-4A5876E6AA30}"/>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F112B2E7-3E64-460E-9B26-3A85056ACE0D}"/>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362923ED-6233-4087-9469-09D5AD9D3114}"/>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899587D2-F8CF-4CB5-B1C7-DA4F684372AF}"/>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F105BCBF-A08D-4411-AEC1-B48043FA6B45}"/>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CF6422EA-E120-497D-B573-304557CE7825}"/>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165450141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ED8B4B8-ED80-49DE-8465-0CA06781B36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85B1301-9721-4C77-9913-7D7BF334C8E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CB6E120-966A-4C87-B20E-73D1633CCC0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7F5A2F4-00AA-4875-B042-ECAE6DC1729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5A440847-36D1-4E77-97EE-D3A080B140B3}"/>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57B0E7E2-2FD5-4B01-A724-660B7C446609}"/>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BE50C756-5468-4EB8-8C1B-DAD07582A560}"/>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FE8E9DDC-53CE-42B0-BE1E-B3B603C033CD}"/>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BEF7CB82-B488-4730-B7DC-58FC6590A789}"/>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034A021A-C113-4C34-AA37-AA73124234F8}"/>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1387268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06A0E81-112E-4DE7-8A27-D718881C10C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69B8B6B-4ED1-44A5-9892-94B6C92973F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C8233F66-6D28-4589-AF22-390BB356F0A1}"/>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F019A34-6732-436D-AC98-6C05AF962EC5}"/>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D6C863BE-087A-40A8-A986-CB8123E9AE1E}"/>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49F5DC73-117B-47A3-9C10-204AC772D1CB}"/>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Rounded Rectangle 7">
            <a:extLst xmlns:a="http://schemas.openxmlformats.org/drawingml/2006/main">
              <a:ext uri="{FF2B5EF4-FFF2-40B4-BE49-F238E27FC236}">
                <a16:creationId xmlns:a16="http://schemas.microsoft.com/office/drawing/2014/main" id="{FD5CAAE9-3FDE-4AFB-AEEC-9AA5BEDEF3D9}"/>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BC40961-34E4-4A71-931C-7E6B18A081EC}"/>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07944288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5182A3F-28C4-410D-9262-309F509BD21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81422DF-B182-442C-9414-4883B32DCDFB}"/>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B92C33F-C785-4639-931B-A5EF3B377459}"/>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179ECFD0-8EC1-4FD0-99D8-B08477C86CAD}"/>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921E1D20-BA63-48E6-B40A-B49946E776EA}"/>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60776BB1-2E6E-4D26-B469-6C2415A1186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an toàn (D1: RECORD_ONLY): Lưu phản hồi thô phục vụ kiểm toán độc lập; toàn bộ thông tin đăng nhập và bí mật nhạy cảm đã được làm sạch / khử khuẩn (credentials and sensitive secrets sanitized/redacted).</a:t>
            </a:r>
          </a:p>
        </p:txBody>
      </p:sp>
      <p:sp>
        <p:nvSpPr>
          <p:cNvPr id="8" name="Rounded Rectangle 7">
            <a:extLst xmlns:a="http://schemas.openxmlformats.org/drawingml/2006/main">
              <a:ext uri="{FF2B5EF4-FFF2-40B4-BE49-F238E27FC236}">
                <a16:creationId xmlns:a16="http://schemas.microsoft.com/office/drawing/2014/main" id="{312621E4-B8C6-4A1D-B262-8240B0C24802}"/>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B1A3EEA3-41C3-4510-8579-FDA265244A24}"/>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79267951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132FAFB-DF17-45F9-B613-3637E96ECEA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886E82B-EF7E-41CB-B679-D491F89AF2FE}"/>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5C31D4C-A91F-4A08-BB71-56E2D45ED97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BBD41F0-8473-44C0-811C-45FCF578D89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4E6E4FD4-D772-4424-B422-D07304E00DD4}"/>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67D72D16-A572-4C40-9B18-769A5AF34EF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291386277bea42d7"/>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F141A053-F0A4-4C4E-B477-10B4033783BA}"/>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A2CD381C-5BF1-404C-BB86-8223A3B9B1BC}"/>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94361412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E1CACC9-49B5-467B-AB68-DA991D8A02B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9B04071-5356-485E-96C6-6D5C63B99BB8}"/>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111729A7-A8FC-4014-A6E9-E52B5CE227C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52B6993-038B-4FC3-AE08-4991FCD8326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100B1B97-249E-4D3E-A059-B084C028B32A}"/>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07B7AECF-4322-4CF7-8DDE-2B734D98C9D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C55114E1-519F-4D86-8898-5A18035F05E6}"/>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6AA9C966-5284-45BC-8769-2587DE7B7D36}"/>
              </a:ext>
            </a:extLst>
          </p:cNvPr>
          <p:cNvSpPr>
            <a:spLocks xmlns:a="http://schemas.openxmlformats.org/drawingml/2006/main" noGrp="1"/>
          </p:cNvSpPr>
          <p:nvPr/>
        </p:nvSpPr>
        <p:spPr>
          <a:xfrm xmlns:a="http://schemas.openxmlformats.org/drawingml/2006/main">
            <a:off x="6430975" y="1344168"/>
            <a:ext cx="4846320" cy="5410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Diagnostic Cohort Pairwise Comparison (n=718 views across 440 clusters):</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300"/>
              </a:spcBef>
              <a:buNone/>
              <a:defRPr sz="1150">
                <a:solidFill>
                  <a:srgbClr val="0F172A"/>
                </a:solidFill>
                <a:latin typeface="Calibri"/>
                <a:ea typeface="Calibri"/>
                <a:cs typeface="Calibri"/>
              </a:defRPr>
            </a:pPr>
            <a:r>
              <a:rPr sz="1150">
                <a:solidFill>
                  <a:srgbClr val="0F172A"/>
                </a:solidFill>
                <a:latin typeface="Calibri"/>
                <a:ea typeface="Calibri"/>
                <a:cs typeface="Calibri"/>
              </a:rPr>
              <a:t>    • McNemar Exploratory Test: p_asympt = 1.0000, p_exact = 1.0000</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81553339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442BEAC-C47A-431A-9423-194AA01E152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1D862B2-C822-4617-940B-BBA340FCD56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0DED8BB-2393-44DE-9C36-489B96DEBA9D}"/>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4FC8F9B-5D6B-4FC6-BC32-26D0BA55351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89D84675-38BA-4EFA-828C-44F2BFBC8D83}"/>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B5C69696-62EB-4FE8-8E5B-3CE7A5505AB1}"/>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2181D1CA-DF2B-4E5A-82E0-13A90A52F6AC}"/>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014244E-0DF0-432E-880D-8A870CDEC647}"/>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350"/>
              </a:spcBef>
              <a:buNone/>
              <a:defRPr sz="115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Provider Fail = 0.0000, Parse Fail = 0.0000, Invalid ID = 0.1667 (tính vào mẫu số).</a:t>
            </a:r>
          </a:p>
        </p:txBody>
      </p:sp>
      <p:sp>
        <p:nvSpPr>
          <p:cNvPr id="10" name="Rounded Rectangle 9">
            <a:extLst xmlns:a="http://schemas.openxmlformats.org/drawingml/2006/main">
              <a:ext uri="{FF2B5EF4-FFF2-40B4-BE49-F238E27FC236}">
                <a16:creationId xmlns:a16="http://schemas.microsoft.com/office/drawing/2014/main" id="{55F37545-36BB-4EF9-994D-0F89132CF710}"/>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D8994DCB-DE82-401A-BECB-426D3728DBED}"/>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Absolute Accuracy 95% CIs: no_rag=[0.3500, 0.6500], k1=[0.3600, 0.6600], k3=[0.3800, 0.6800], k5=[0.4100, 0.7100], k10=[0.4300, 0.7300]</a:t>
            </a:r>
          </a:p>
          <a:p xmlns:a="http://schemas.openxmlformats.org/drawingml/2006/main">
            <a:pPr>
              <a:spcBef>
                <a:spcPts val="350"/>
              </a:spcBef>
              <a:buNone/>
              <a:defRPr sz="115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127689613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252E5BB-A9D4-410D-A093-08BA6F55BE2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356DC57-E006-43B8-BF54-EF8BFFDE682D}"/>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CFD51A11-3573-4B2E-8D29-57684B95E59D}"/>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2D64DE29-D386-4C43-8C7A-58036464169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đối chiếu Dự phóng Hạch toán Fixture [DIAGNOSTIC TEST FIXTURE ONLY]</a:t>
            </a:r>
          </a:p>
        </p:txBody>
      </p:sp>
      <p:sp>
        <p:nvSpPr>
          <p:cNvPr id="6" name="Rounded Rectangle 5">
            <a:extLst xmlns:a="http://schemas.openxmlformats.org/drawingml/2006/main">
              <a:ext uri="{FF2B5EF4-FFF2-40B4-BE49-F238E27FC236}">
                <a16:creationId xmlns:a16="http://schemas.microsoft.com/office/drawing/2014/main" id="{C6CEE4A5-FF18-449B-B288-81C98CB4F61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5F072E9-4D16-4106-B9E9-969B9A6B0676}"/>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63"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1: HISTORICAL DEV PILOT BASELINE (20 Requests Responses API)</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2: DIAGNOSTIC TEST FIXTURE TELEMETRY (N=718 Scorable Views)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ZONE 3: WHOLE STUDY FINANCIAL ACCOUNTING (6,400 Matrix Canonical Conditions)</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200"/>
              </a:spcBef>
              <a:buNone/>
              <a:defRPr sz="1050">
                <a:solidFill>
                  <a:srgbClr val="0F172A"/>
                </a:solidFill>
                <a:latin typeface="Calibri"/>
                <a:ea typeface="Calibri"/>
                <a:cs typeface="Calibri"/>
              </a:defRPr>
            </a:pPr>
            <a:r>
              <a:rPr sz="863">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4d1c071bb1004aee"/>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8E18A292-52FE-475C-93C4-E885EF24ADD4}"/>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C7AF10E-6399-464E-97B1-E8F9494D9A59}"/>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8.50 USD nằm an toàn dưới trần ngân sách đóng băng 19.99 USD [DIAGNOSTIC FIXTURE].</a:t>
            </a:r>
          </a:p>
        </p:txBody>
      </p:sp>
    </p:spTree>
    <p:extLst>
      <p:ext uri="{BB962C8B-B14F-4D97-AF65-F5344CB8AC3E}">
        <p14:creationId xmlns:p14="http://schemas.microsoft.com/office/powerpoint/2010/main" val="151762977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F9AD40C-D0CD-4F33-9B6A-B54B129D2C0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8A3AAB7-03C7-4D9F-A1F5-D9FF055BB66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4558FC54-9D35-4A64-A0B1-DB641395266D}"/>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F2EDFCE-6FDE-4620-924E-58DD16177C3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361592C9-D48C-415B-8467-F12C9D394E76}"/>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539E09D-42D1-46F0-9DAD-EBA61E566E26}"/>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252B45E2-C014-482A-BD80-D3D25CAD3AC9}"/>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97EA0682-ED7A-4A4B-877D-703C755C57A0}"/>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9300663A-57F7-4BB5-9CC8-F033FB0F66B0}"/>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1D826F69-571F-4FD0-B867-E52F10851802}"/>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73332466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9B8E7FD-4EA8-4904-9272-81ACBAFE91C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20BB2E2-7BCD-4650-8C7B-FDCDC1728D78}"/>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8A5135E-D1BE-4854-A8CD-0755E90558BF}"/>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81FC1C7-8E00-44B5-A3D9-7F1125CF73D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D09A8FEA-5DDD-4469-9473-2F1ACBA8D9DC}"/>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120FB8D9-C369-46E8-876F-997B1DF8E8CE}"/>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8A14E537-EA72-46DD-9E26-33372B364A01}"/>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7C852D77-A1D4-4F0C-B18B-203BCFAB24A8}"/>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200918273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09929C7-D563-4E95-B7E8-B863E661347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21FFB2B4-5B74-45E1-95E2-2AF326FE3C9D}"/>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6F661533-EF29-400D-AACC-19304E41D1AF}"/>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2022037832"/>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2026-10-02T09:40:59.3120000Z</dcterms:created>
  <dcterms:modified xsi:type="dcterms:W3CDTF">2026-10-02T09:40:59.3120000Z</dcterms:modified>
</coreProperties>
</file>