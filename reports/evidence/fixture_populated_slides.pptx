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0c2be4ba6a4da6" /><Relationship Type="http://schemas.openxmlformats.org/officeDocument/2006/relationships/extended-properties" Target="/docProps/app.xml" Id="R6b0374e1f3254912" /><Relationship Type="http://schemas.openxmlformats.org/officeDocument/2006/relationships/officeDocument" Target="/ppt/presentation.xml" Id="R071641b1b47540e1" /></Relationships>
</file>

<file path=ppt/presentation.xml><?xml version="1.0" encoding="utf-8"?>
<p:presentation xmlns:p="http://schemas.openxmlformats.org/presentationml/2006/main">
  <p:sldMasterIdLst>
    <p:sldMasterId xmlns:r="http://schemas.openxmlformats.org/officeDocument/2006/relationships" id="2147483648" r:id="R31109b3498894167"/>
  </p:sldMasterIdLst>
  <p:notesMasterIdLst>
    <p:notesMasterId xmlns:r="http://schemas.openxmlformats.org/officeDocument/2006/relationships" r:id="R70a9a8da790c4a02"/>
  </p:notesMasterIdLst>
  <p:sldIdLst>
    <p:sldId xmlns:r="http://schemas.openxmlformats.org/officeDocument/2006/relationships" id="256" r:id="Rc16b122d3a794a8b"/>
    <p:sldId xmlns:r="http://schemas.openxmlformats.org/officeDocument/2006/relationships" id="257" r:id="R07d14a099c9946cf"/>
    <p:sldId xmlns:r="http://schemas.openxmlformats.org/officeDocument/2006/relationships" id="258" r:id="Rb3dfd3ae046e4e96"/>
    <p:sldId xmlns:r="http://schemas.openxmlformats.org/officeDocument/2006/relationships" id="259" r:id="R9ef5f787049d4a03"/>
    <p:sldId xmlns:r="http://schemas.openxmlformats.org/officeDocument/2006/relationships" id="260" r:id="R199355c59d794061"/>
    <p:sldId xmlns:r="http://schemas.openxmlformats.org/officeDocument/2006/relationships" id="261" r:id="R8d166810d7754f5f"/>
    <p:sldId xmlns:r="http://schemas.openxmlformats.org/officeDocument/2006/relationships" id="262" r:id="R655c04b5c490405f"/>
    <p:sldId xmlns:r="http://schemas.openxmlformats.org/officeDocument/2006/relationships" id="263" r:id="Rec29d7b3b85f403a"/>
    <p:sldId xmlns:r="http://schemas.openxmlformats.org/officeDocument/2006/relationships" id="264" r:id="Rf0135bb4847d40a8"/>
    <p:sldId xmlns:r="http://schemas.openxmlformats.org/officeDocument/2006/relationships" id="265" r:id="R2989c017b20f4b23"/>
    <p:sldId xmlns:r="http://schemas.openxmlformats.org/officeDocument/2006/relationships" id="266" r:id="Refc6e89f0b0540dd"/>
    <p:sldId xmlns:r="http://schemas.openxmlformats.org/officeDocument/2006/relationships" id="267" r:id="Re07a985f72b4410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d7bdfedbebf4366" /><Relationship Type="http://schemas.openxmlformats.org/officeDocument/2006/relationships/slideMaster" Target="/ppt/slideMasters/slideMaster1.xml" Id="R31109b3498894167" /><Relationship Type="http://schemas.openxmlformats.org/officeDocument/2006/relationships/notesMaster" Target="/ppt/notesMasters/notesMaster1.xml" Id="R70a9a8da790c4a02" /><Relationship Type="http://schemas.openxmlformats.org/officeDocument/2006/relationships/presProps" Target="/ppt/presProps.xml" Id="Rb34eb0ffee744f36" /><Relationship Type="http://schemas.openxmlformats.org/officeDocument/2006/relationships/viewProps" Target="/ppt/viewProps.xml" Id="R4ff772c3deeb4dce" /><Relationship Type="http://schemas.openxmlformats.org/officeDocument/2006/relationships/tableStyles" Target="/ppt/tableStyles.xml" Id="R88aaa13031b544a8" /><Relationship Type="http://schemas.openxmlformats.org/officeDocument/2006/relationships/slide" Target="/ppt/slides/slide1.xml" Id="Rc16b122d3a794a8b" /><Relationship Type="http://schemas.openxmlformats.org/officeDocument/2006/relationships/slide" Target="/ppt/slides/slide2.xml" Id="R07d14a099c9946cf" /><Relationship Type="http://schemas.openxmlformats.org/officeDocument/2006/relationships/slide" Target="/ppt/slides/slide3.xml" Id="Rb3dfd3ae046e4e96" /><Relationship Type="http://schemas.openxmlformats.org/officeDocument/2006/relationships/slide" Target="/ppt/slides/slide4.xml" Id="R9ef5f787049d4a03" /><Relationship Type="http://schemas.openxmlformats.org/officeDocument/2006/relationships/slide" Target="/ppt/slides/slide5.xml" Id="R199355c59d794061" /><Relationship Type="http://schemas.openxmlformats.org/officeDocument/2006/relationships/slide" Target="/ppt/slides/slide6.xml" Id="R8d166810d7754f5f" /><Relationship Type="http://schemas.openxmlformats.org/officeDocument/2006/relationships/slide" Target="/ppt/slides/slide7.xml" Id="R655c04b5c490405f" /><Relationship Type="http://schemas.openxmlformats.org/officeDocument/2006/relationships/slide" Target="/ppt/slides/slide8.xml" Id="Rec29d7b3b85f403a" /><Relationship Type="http://schemas.openxmlformats.org/officeDocument/2006/relationships/slide" Target="/ppt/slides/slide9.xml" Id="Rf0135bb4847d40a8" /><Relationship Type="http://schemas.openxmlformats.org/officeDocument/2006/relationships/slide" Target="/ppt/slides/slide10.xml" Id="R2989c017b20f4b23" /><Relationship Type="http://schemas.openxmlformats.org/officeDocument/2006/relationships/slide" Target="/ppt/slides/slide11.xml" Id="Refc6e89f0b0540dd" /><Relationship Type="http://schemas.openxmlformats.org/officeDocument/2006/relationships/slide" Target="/ppt/slides/slide12.xml" Id="Re07a985f72b441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bfb9584eb24b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fdd7fb4ee04fec" /><Relationship Type="http://schemas.openxmlformats.org/officeDocument/2006/relationships/notesMaster" Target="/ppt/notesMasters/notesMaster1.xml" Id="Rdbfbde0eb3ad458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1b3f6ace2644b7" /><Relationship Type="http://schemas.openxmlformats.org/officeDocument/2006/relationships/notesMaster" Target="/ppt/notesMasters/notesMaster1.xml" Id="R988ce5e19e494b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4aab38b6154847" /><Relationship Type="http://schemas.openxmlformats.org/officeDocument/2006/relationships/notesMaster" Target="/ppt/notesMasters/notesMaster1.xml" Id="R48b2c848722a44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cd640aac7e4ad0" /><Relationship Type="http://schemas.openxmlformats.org/officeDocument/2006/relationships/notesMaster" Target="/ppt/notesMasters/notesMaster1.xml" Id="R90966ed7516f4f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8fde39023584fd3" /><Relationship Type="http://schemas.openxmlformats.org/officeDocument/2006/relationships/notesMaster" Target="/ppt/notesMasters/notesMaster1.xml" Id="R7f83f71b84d04e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6e3cc481074d54" /><Relationship Type="http://schemas.openxmlformats.org/officeDocument/2006/relationships/notesMaster" Target="/ppt/notesMasters/notesMaster1.xml" Id="Rcf21544bcd0341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aeb425a6b3c4a06" /><Relationship Type="http://schemas.openxmlformats.org/officeDocument/2006/relationships/notesMaster" Target="/ppt/notesMasters/notesMaster1.xml" Id="Reb4138e914c547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addc14d9304743" /><Relationship Type="http://schemas.openxmlformats.org/officeDocument/2006/relationships/notesMaster" Target="/ppt/notesMasters/notesMaster1.xml" Id="R35af53c01c6c40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7e36c844ba24210" /><Relationship Type="http://schemas.openxmlformats.org/officeDocument/2006/relationships/notesMaster" Target="/ppt/notesMasters/notesMaster1.xml" Id="Rb4fd38d8056c40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b3b437eef7c4d19" /><Relationship Type="http://schemas.openxmlformats.org/officeDocument/2006/relationships/notesMaster" Target="/ppt/notesMasters/notesMaster1.xml" Id="R6f5766bfd80343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fcc47ffe69e4c80" /><Relationship Type="http://schemas.openxmlformats.org/officeDocument/2006/relationships/notesMaster" Target="/ppt/notesMasters/notesMaster1.xml" Id="Rde92bcc0aa6247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18f3e09a9c4882" /><Relationship Type="http://schemas.openxmlformats.org/officeDocument/2006/relationships/notesMaster" Target="/ppt/notesMasters/notesMaster1.xml" Id="R50b553b72c4a4ac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7bb603a90947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6d93801095a4d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920e4a32d9417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c476f89fe84e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695a3a44c934c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8df60a0caa9415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0dcbd49565f46c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f5767c784fb482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97ebfe10e34495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cbb79b1c55641ea"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d271440b6ff405d"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7637113-9C5F-49BD-A620-E80C1A5B3FBF}"/>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0D42AF0B-BC36-4BA6-B996-20E647F8802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66C1118A-73A7-4A47-9610-5E28CBB38B9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4828C04-C5F5-4F26-B6B7-58AAF0E2988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C6F5BBE-39D3-4C10-BC75-362B7AA5A4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1B8F23B-F8F4-420F-B17A-6F34BAC5D4E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65784F88-2AEF-4831-B53E-71B11845B67D}"/>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3E6366B-7A6D-4F7F-A0E4-959B5A57062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CBD9814-4A96-4941-B4A5-1F28EF2DFF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4EBB8F-C70E-45BC-8521-F76041E0243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518EEA6-2721-49C7-80B8-E1E2792E068D}"/>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D8A3AE00-5548-4027-A857-AD7BE26624BB}"/>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1BFEC21A-521B-4839-9B2F-CC782E7154C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F593524-9A90-4836-86FD-E844F389677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C30DBEE-719F-4BCB-9B56-35A31F26977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B5C6482-3AEB-42AA-BD4B-AE7A61F5859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C529F22-117F-4B62-ACDE-6D76BB7E6CC0}"/>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E2A6B91E-B3EF-4B7E-90E5-C8545B08A2B4}"/>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22496858-1FC6-4448-949D-AE6E214D3DE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86A89CF-8608-48A5-B162-AD44C1B3B0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6D909E3-7464-4CF9-BE4B-6209835659D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54F120A-4992-4CD5-8ADA-F0D3BBDB6CB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44291D3-8E8D-40E8-B3E8-1FD78BEA703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4F6738C-6D25-440F-8288-C732A1B0EFA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2C547C3-A5A8-4DD5-A136-79B5DA444CCB}"/>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EA9778E9-7688-44E7-9FF0-6BFAD43FF39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FA5E5DF9-8ADA-4F51-815F-4FBAEAACB47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0BCFD174-7958-4EE7-94FD-E4A1FC7CEB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C4A39FD-6EC2-4661-B55A-58D47F90E0A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176DCB0-7EF1-4111-819E-1EE6AAD661F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7D0973DD-3974-4DE3-9701-98009BC4BD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7D623FE4-5043-49A0-913B-DA4E3B8251E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95295E1E-02EC-45F0-9B9D-6B0A36CA51C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F6191BA-351C-47D5-866F-12D38CDC780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965DF5FA-113A-4775-994A-2BF5AD345F7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21DC5CB-0DD7-4E10-9D60-5A5E82D219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32F6BC-88E3-4F13-8254-7F1021CA8EA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47FBDC6-1FF4-435F-B9AF-1C5D027BB45D}"/>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BA621BD8-C41F-4824-BD03-CBA5F4EE1CC5}"/>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4C31CEF4-20B2-49E5-B9AA-B1B25F9815D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3997A19-A6C3-43E7-A2C9-1D8B4DA70D4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1E59FF3-C9D3-4AEB-8C69-B0C5057427E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01D7CD4-DD4E-471A-AC69-FEBA50DEB75E}"/>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C2A508DA-138C-4347-99C1-D8BAF9D9D793}"/>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BC5EB1A8-6E76-418F-862C-4AA2A8FC543B}"/>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8CABE8-E38D-4E9B-A6DC-6F511458444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58ADA187-743D-4610-8AFB-F2207891618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78182B-5063-4F08-8EF3-E1B4009356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FCB0B8-D190-48EF-AD38-B1591837F94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CD18897F-9CD5-498B-8ECB-06359AD0CAF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1909C94-169F-4313-8758-805A0E3EAD3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F0B42B3-04C2-470A-8406-D3B07CD18C0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1E245BA-EE04-4693-AE30-C084F872C4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FD3B4EA-AA23-4A48-8821-510BE2A2E02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4552581-89A4-4193-B437-C6BAF5A6254C}"/>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6DF79E0-5436-4E46-9097-636DC38496C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2C778AA-40B0-40FB-AF00-5C02B524796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2B159D-7645-43A8-A399-59B869DFC60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4309bfaec1459a" /><Relationship Type="http://schemas.openxmlformats.org/officeDocument/2006/relationships/slideLayout" Target="/ppt/slideLayouts/slideLayout1.xml" Id="Raf3922c657e44813" /><Relationship Type="http://schemas.openxmlformats.org/officeDocument/2006/relationships/slideLayout" Target="/ppt/slideLayouts/slideLayout2.xml" Id="Raf271fbccecc4f0d" /><Relationship Type="http://schemas.openxmlformats.org/officeDocument/2006/relationships/slideLayout" Target="/ppt/slideLayouts/slideLayout3.xml" Id="R748e3af98f4e4cba" /><Relationship Type="http://schemas.openxmlformats.org/officeDocument/2006/relationships/slideLayout" Target="/ppt/slideLayouts/slideLayout4.xml" Id="R36e687991f8b4b11" /><Relationship Type="http://schemas.openxmlformats.org/officeDocument/2006/relationships/slideLayout" Target="/ppt/slideLayouts/slideLayout5.xml" Id="Rac7108310a994338" /><Relationship Type="http://schemas.openxmlformats.org/officeDocument/2006/relationships/slideLayout" Target="/ppt/slideLayouts/slideLayout6.xml" Id="R599bc1c7e8994ad4" /><Relationship Type="http://schemas.openxmlformats.org/officeDocument/2006/relationships/slideLayout" Target="/ppt/slideLayouts/slideLayout7.xml" Id="R890c9ce882604687" /><Relationship Type="http://schemas.openxmlformats.org/officeDocument/2006/relationships/slideLayout" Target="/ppt/slideLayouts/slideLayout8.xml" Id="Rdc5c4628d8ef4650" /><Relationship Type="http://schemas.openxmlformats.org/officeDocument/2006/relationships/slideLayout" Target="/ppt/slideLayouts/slideLayout9.xml" Id="R4d9e8236b1944f07" /><Relationship Type="http://schemas.openxmlformats.org/officeDocument/2006/relationships/slideLayout" Target="/ppt/slideLayouts/slideLayout10.xml" Id="Rf57c43459e3444d4" /><Relationship Type="http://schemas.openxmlformats.org/officeDocument/2006/relationships/slideLayout" Target="/ppt/slideLayouts/slideLayout11.xml" Id="R5694e51afd7e4fd8"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FC840009-D4F9-4C04-9C15-6C9053D2098F}"/>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C6F3E2ED-EECA-4035-B9F8-8610D3DCD015}"/>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9A5D752-CFFE-4890-A117-EC36BE3DF964}"/>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CD0ADE8-AE2D-425E-805B-8622460D30E0}"/>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C8712A2-92BF-4CAF-B167-561130759AD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3922c657e44813"/>
    <p:sldLayoutId xmlns:r="http://schemas.openxmlformats.org/officeDocument/2006/relationships" id="2147483650" r:id="Raf271fbccecc4f0d"/>
    <p:sldLayoutId xmlns:r="http://schemas.openxmlformats.org/officeDocument/2006/relationships" id="2147483651" r:id="R748e3af98f4e4cba"/>
    <p:sldLayoutId xmlns:r="http://schemas.openxmlformats.org/officeDocument/2006/relationships" id="2147483652" r:id="R36e687991f8b4b11"/>
    <p:sldLayoutId xmlns:r="http://schemas.openxmlformats.org/officeDocument/2006/relationships" id="2147483653" r:id="Rac7108310a994338"/>
    <p:sldLayoutId xmlns:r="http://schemas.openxmlformats.org/officeDocument/2006/relationships" id="2147483654" r:id="R599bc1c7e8994ad4"/>
    <p:sldLayoutId xmlns:r="http://schemas.openxmlformats.org/officeDocument/2006/relationships" id="2147483655" r:id="R890c9ce882604687"/>
    <p:sldLayoutId xmlns:r="http://schemas.openxmlformats.org/officeDocument/2006/relationships" id="2147483656" r:id="Rdc5c4628d8ef4650"/>
    <p:sldLayoutId xmlns:r="http://schemas.openxmlformats.org/officeDocument/2006/relationships" id="2147483657" r:id="R4d9e8236b1944f07"/>
    <p:sldLayoutId xmlns:r="http://schemas.openxmlformats.org/officeDocument/2006/relationships" id="2147483658" r:id="Rf57c43459e3444d4"/>
    <p:sldLayoutId xmlns:r="http://schemas.openxmlformats.org/officeDocument/2006/relationships" id="2147483659" r:id="R5694e51afd7e4fd8"/>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d34bb0b75a9409e" /><Relationship Type="http://schemas.openxmlformats.org/officeDocument/2006/relationships/notesSlide" Target="/ppt/notesSlides/notesSlide1.xml" Id="R112674fe74814e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39ec7dbac0fb4683" /><Relationship Type="http://schemas.openxmlformats.org/officeDocument/2006/relationships/notesSlide" Target="/ppt/notesSlides/notesSlide2.xml" Id="Rda3fd69fa3f94d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719f1e6833384218" /><Relationship Type="http://schemas.openxmlformats.org/officeDocument/2006/relationships/notesSlide" Target="/ppt/notesSlides/notesSlide3.xml" Id="Rd57774196cf649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5817687530e04811" /><Relationship Type="http://schemas.openxmlformats.org/officeDocument/2006/relationships/notesSlide" Target="/ppt/notesSlides/notesSlide4.xml" Id="R54b20e3fc97744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efd688cf7b340a8" /><Relationship Type="http://schemas.openxmlformats.org/officeDocument/2006/relationships/notesSlide" Target="/ppt/notesSlides/notesSlide5.xml" Id="R42d6d8554f2c4c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c364913dae846d4" /><Relationship Type="http://schemas.openxmlformats.org/officeDocument/2006/relationships/image" Target="/ppt/media/image.png" Id="Rb458d6a1250c4adf" /><Relationship Type="http://schemas.openxmlformats.org/officeDocument/2006/relationships/notesSlide" Target="/ppt/notesSlides/notesSlide6.xml" Id="R4fc077abcb6542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6a749f9975a84e98" /><Relationship Type="http://schemas.openxmlformats.org/officeDocument/2006/relationships/notesSlide" Target="/ppt/notesSlides/notesSlide7.xml" Id="R882ffe13994345d1"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785ae603f53d4661" /><Relationship Type="http://schemas.openxmlformats.org/officeDocument/2006/relationships/notesSlide" Target="/ppt/notesSlides/notesSlide8.xml" Id="Rea3b4c7aa2d84b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208c91725ddc42b5" /><Relationship Type="http://schemas.openxmlformats.org/officeDocument/2006/relationships/image" Target="/ppt/media/image2.png" Id="R6149f2370fac48ed" /><Relationship Type="http://schemas.openxmlformats.org/officeDocument/2006/relationships/notesSlide" Target="/ppt/notesSlides/notesSlide9.xml" Id="Rd86489b87b994b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ada65cdd27e74610" /><Relationship Type="http://schemas.openxmlformats.org/officeDocument/2006/relationships/notesSlide" Target="/ppt/notesSlides/notesSlide10.xml" Id="R5fa826fd037d4e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f9cc6783027d4471" /><Relationship Type="http://schemas.openxmlformats.org/officeDocument/2006/relationships/notesSlide" Target="/ppt/notesSlides/notesSlide11.xml" Id="R32adba61dbbc4d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59074099da7f41e1" /><Relationship Type="http://schemas.openxmlformats.org/officeDocument/2006/relationships/notesSlide" Target="/ppt/notesSlides/notesSlide12.xml" Id="Red90c4b84d9a4bf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76A1697-90F4-4B99-9BC8-C5CA394025C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16B95B4-DDB9-4778-BA1D-1F24CB1F04C2}"/>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EA6FB49C-DC38-4A45-897C-146F28B3D9CE}"/>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782000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B14A08F-0CC5-4970-8BA7-AC4E0D00C29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F31F494-CBD5-48A7-96ED-3410FB8B6A8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9CE3DAF-A963-4DFA-BBEE-8AF7CD7BC63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3242279-C44F-46EA-B8AD-DDC611C8742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C0592635-67DF-4E7E-BE6B-7234B5C7D454}"/>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64D95AE-ACE5-42A3-862A-532B40C9EF78}"/>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33F5F880-4D3D-4BF8-A486-AC188638A717}"/>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D89B376-93A6-4217-B550-E059184E1AD2}"/>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C176E3D9-4837-4281-BB26-5DAB674A57E9}"/>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2D827DE8-7975-4FC3-8AE7-6335AAE4A601}"/>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37962369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CA795BE-E241-46A6-A95C-16DD0803E37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B3FA44D-8CD9-4118-932A-157CFA1337C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B3C17F1-9998-45A1-B37F-8A9C84023F9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411869D-BAFA-448A-9A66-A8DBA0E34C0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DFB18748-FC55-431B-9C29-0EFB2989B9AF}"/>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D7B7ECF-FCD5-4F64-ABDC-C477AE0672E8}"/>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D51C0D9C-BA24-4223-A825-A6C4F73571F5}"/>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79350EC-6311-47E5-A746-DE0681D431AA}"/>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D35160D4-940D-4639-B780-243E0D8CF1FC}"/>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081F1EB-BFFB-43FD-91EB-F535DF6D55B3}"/>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6972536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07A5DEC-4105-4256-89A0-9AA027AD728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9249182-2BD9-4955-8D22-A06F98F3CC4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055747E-B363-4A26-A2D8-7867298C45C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B17AF7A-12D6-42A5-8797-AD167445FFDF}"/>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EAA0C771-1860-4683-8345-301BBDFD984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24FFE8C-7998-46F1-B833-F55EF0AC0A7A}"/>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3CC2E2A6-55F2-48C7-A355-D16E737340B4}"/>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DD24B2E-A010-4941-823D-BA071175C22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29247083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D2B0BE9-D4E8-4893-A0C1-DC575D4BD09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0E7F9A9-6135-4010-8D9E-79B7C395AAC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E01022DF-2A09-45E5-BE77-DBD8E803433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EDCE2A6-F034-4439-A241-A588C4FC23D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03B4A867-EE22-42C4-949A-C767D99AAA4C}"/>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E221609-8DC5-4069-A6D7-65B79173458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Rounded Rectangle 7">
            <a:extLst xmlns:a="http://schemas.openxmlformats.org/drawingml/2006/main">
              <a:ext uri="{FF2B5EF4-FFF2-40B4-BE49-F238E27FC236}">
                <a16:creationId xmlns:a16="http://schemas.microsoft.com/office/drawing/2014/main" id="{F4B96CD1-2DDD-425C-A4D0-19A746C1F3AB}"/>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29BC204-275B-45C9-B46F-CA83548A8566}"/>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87968229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86AF65E-95D5-48FE-95E9-A68C2D39252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F4DBB4A8-18CB-4DF8-BB23-D01FDC64E6C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C02808A-3F3A-43CB-A3FB-254F6A65C36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53CCD2F-E0A6-48EA-B3B6-FCBA21F1A69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947EF817-95F5-4678-9C31-3B273DB8C966}"/>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D7E0AA4-4DAA-4714-9E27-354BD39ABFF3}"/>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b458d6a1250c4adf"/>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7D4A5D72-B1C8-4DF6-A87B-4F25769AEF03}"/>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DF0C028-CD25-445E-9736-3A21CBBB23D6}"/>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28686612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BA7B7DA-4C17-4D6E-851B-8431FDD16FB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A8947FF-BE31-4883-A97C-DC7B68C0855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B6EAAE2-C7A1-4308-9F1D-3F5B984EC74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DC6BCF2-7DCD-4042-AEF5-8FDCDFD97D2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8A5BA445-82C0-47E6-B944-3C78F0C31AB4}"/>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9C06B8C-D4BD-4506-AB89-2254EF8BE1A1}"/>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B7D42736-A82B-4A72-B746-02B26A4F9D15}"/>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BD4EC4E-9ED5-4E27-9CDE-6A281F93C6B5}"/>
              </a:ext>
            </a:extLst>
          </p:cNvPr>
          <p:cNvSpPr>
            <a:spLocks xmlns:a="http://schemas.openxmlformats.org/drawingml/2006/main" noGrp="1"/>
          </p:cNvSpPr>
          <p:nvPr/>
        </p:nvSpPr>
        <p:spPr>
          <a:xfrm xmlns:a="http://schemas.openxmlformats.org/drawingml/2006/main">
            <a:off x="6430975" y="1344168"/>
            <a:ext cx="4846320" cy="51587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
  • Diagnostic Cohort Pairwise Comparison (n=718 views across 440 clusters):
    • Marginal Views: Single-event Acc = 0.5000 vs Contextual-event Acc = 0.5000 (Delta = +0.0000)
    • Paired Cohort (278 complete pairs): Single Acc = 0.5000 vs Context Acc = 0.5000 (Delta = +0.00 pp)
    • Pair Concordance: Both Correct = 139, Single-only Correct = 0, Context-only Correct = 0, Both Incorrect = 139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135586788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16BBA1C-E8CD-4C63-BAE6-101EE3B73F2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7B01FA6-B8B3-4A25-8411-4D0BB455BB0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E1491BD-1654-4925-AE8E-AAFA97E9098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AADF7B4-7948-4708-884F-D7CA9BBAB47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061AA687-3FE8-4DAA-A504-6E29F0EEBDC5}"/>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E8A21D1E-0C17-4300-AD79-A274BCDB0F6C}"/>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129C3BAD-5DA8-4B19-A160-A1ED6CC0A744}"/>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A98C956-425F-47C5-9A84-8D7A216694C9}"/>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A2372D3D-7C3D-4058-BE8E-A56377A3CE7F}"/>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5144AD1-14BD-4091-87CE-39F6A57BB4BE}"/>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27304091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FB5042B-D635-4EA3-ABEB-8931641C6D0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F1D906F-1904-445E-94F0-C9FCE269B4C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81EB570-0F04-489F-9BF9-34D84167BC5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7A5B0FD-B3F5-44AF-9E05-520584B7C01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BBF47052-4C4C-4D04-BA0F-34F75ADBB453}"/>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D172AB9E-85A1-497B-9A12-9D32ADD45A70}"/>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6149f2370fac48ed"/>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4DDBB250-948E-4E3D-9235-F8ADFFC3BA2C}"/>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E2F1F178-2D83-449B-8E65-DAC46C9811B1}"/>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139950606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711F2B7-47CA-4D51-BC74-AA906703C97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BEB9E9B-34CF-4D83-A82C-A1DB7ED9C82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88EC119-A4E6-4A4B-A61A-10F507921A1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E4E1A01-53AE-476E-831D-369ADB44A23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108ACEAE-9C7C-419F-8010-A0A4033809D8}"/>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0297104-3780-4A93-B20E-C8912629EBF4}"/>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AFB01487-D1C5-48CD-8805-621BEB891248}"/>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492C280-90BE-49C3-B418-D7182F93138D}"/>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4AD75E00-3F82-4202-8DAE-E327215ACECC}"/>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F85E344-F3E9-4C30-A032-3A5D2F64D319}"/>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47009946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C7BF7B5-FCC4-41DF-8D74-AC20A125996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500CCDD-8810-4B5F-8B1D-F030CE53D62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5034374-E11F-4C13-B64C-742301D08D1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333E2FE-CE2F-4E82-996E-CF10FAD8BF4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45EB4F14-2A8E-4C77-9024-D9C8212A5C67}"/>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524A44E-B9FE-4AB7-BD21-95446992213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4B84D7D3-1D96-499F-9BC7-2D1875C3D10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708977B-AD76-4CE2-9CA8-3663A3655653}"/>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24966208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C905FE4-B36E-4252-A6C2-75E454B8DE3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C26D553-092B-40EA-BB2F-531C135E0B83}"/>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27B56AF8-59D8-4072-B628-D0ED99C3CD5B}"/>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1802935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2026-10-02T07:58:55.1880000Z</dcterms:created>
  <dcterms:modified xsi:type="dcterms:W3CDTF">2026-10-02T07:58:55.1880000Z</dcterms:modified>
</coreProperties>
</file>